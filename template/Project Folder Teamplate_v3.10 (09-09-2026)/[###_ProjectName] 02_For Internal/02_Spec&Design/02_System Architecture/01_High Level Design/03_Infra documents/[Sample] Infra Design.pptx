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8" roundtripDataSignature="AMtx7mgNI3560G10w73UBZqcLj++g8L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13" y="462538"/>
            <a:ext cx="8387374" cy="46756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14048" y="114200"/>
            <a:ext cx="4478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■Flow Diagram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075" y="0"/>
            <a:ext cx="665985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114048" y="114200"/>
            <a:ext cx="4478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■Diagram with VPC Networking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