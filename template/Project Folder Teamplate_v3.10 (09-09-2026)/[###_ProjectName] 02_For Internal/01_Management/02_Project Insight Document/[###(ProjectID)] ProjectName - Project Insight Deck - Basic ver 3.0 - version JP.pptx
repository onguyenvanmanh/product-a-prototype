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5143500" cx="9144000"/>
  <p:notesSz cx="6858000" cy="9144000"/>
  <p:embeddedFontLst>
    <p:embeddedFont>
      <p:font typeface="Epilogue SemiBold"/>
      <p:regular r:id="rId46"/>
      <p:bold r:id="rId47"/>
      <p:italic r:id="rId48"/>
      <p:boldItalic r:id="rId49"/>
    </p:embeddedFont>
    <p:embeddedFont>
      <p:font typeface="Epilogue Medium"/>
      <p:regular r:id="rId50"/>
      <p:bold r:id="rId51"/>
      <p:italic r:id="rId52"/>
      <p:boldItalic r:id="rId53"/>
    </p:embeddedFont>
    <p:embeddedFont>
      <p:font typeface="Helvetica Neue"/>
      <p:regular r:id="rId54"/>
      <p:bold r:id="rId55"/>
      <p:italic r:id="rId56"/>
      <p:boldItalic r:id="rId57"/>
    </p:embeddedFont>
    <p:embeddedFont>
      <p:font typeface="Zen Kaku Gothic New Medium"/>
      <p:regular r:id="rId58"/>
      <p:bold r:id="rId59"/>
    </p:embeddedFont>
    <p:embeddedFont>
      <p:font typeface="Epilogue"/>
      <p:regular r:id="rId60"/>
      <p:bold r:id="rId61"/>
      <p:italic r:id="rId62"/>
      <p:boldItalic r:id="rId63"/>
    </p:embeddedFont>
    <p:embeddedFont>
      <p:font typeface="Zen Kaku Gothic New Black"/>
      <p:bold r:id="rId64"/>
    </p:embeddedFont>
    <p:embeddedFont>
      <p:font typeface="Zen Kaku Gothic New"/>
      <p:regular r:id="rId65"/>
      <p:bold r:id="rId66"/>
    </p:embeddedFont>
    <p:embeddedFont>
      <p:font typeface="Noto Sans JP"/>
      <p:regular r:id="rId67"/>
      <p:bold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91">
          <p15:clr>
            <a:srgbClr val="A4A3A4"/>
          </p15:clr>
        </p15:guide>
        <p15:guide id="3" orient="horz" pos="3001">
          <p15:clr>
            <a:srgbClr val="747775"/>
          </p15:clr>
        </p15:guide>
        <p15:guide id="4" orient="horz" pos="3081">
          <p15:clr>
            <a:srgbClr val="747775"/>
          </p15:clr>
        </p15:guide>
        <p15:guide id="5" orient="horz" pos="582">
          <p15:clr>
            <a:srgbClr val="747775"/>
          </p15:clr>
        </p15:guide>
        <p15:guide id="6" orient="horz" pos="67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216753-BB0D-48B7-8646-87B62376C550}">
  <a:tblStyle styleId="{8F216753-BB0D-48B7-8646-87B62376C5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91"/>
        <p:guide pos="3001" orient="horz"/>
        <p:guide pos="3081" orient="horz"/>
        <p:guide pos="582" orient="horz"/>
        <p:guide pos="67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EpilogueSemiBold-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EpilogueSemiBold-italic.fntdata"/><Relationship Id="rId47" Type="http://schemas.openxmlformats.org/officeDocument/2006/relationships/font" Target="fonts/EpilogueSemiBold-bold.fntdata"/><Relationship Id="rId49" Type="http://schemas.openxmlformats.org/officeDocument/2006/relationships/font" Target="fonts/Epilogue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Epilogue-italic.fntdata"/><Relationship Id="rId61" Type="http://schemas.openxmlformats.org/officeDocument/2006/relationships/font" Target="fonts/Epilogue-bold.fntdata"/><Relationship Id="rId20" Type="http://schemas.openxmlformats.org/officeDocument/2006/relationships/slide" Target="slides/slide14.xml"/><Relationship Id="rId64" Type="http://schemas.openxmlformats.org/officeDocument/2006/relationships/font" Target="fonts/ZenKakuGothicNewBlack-bold.fntdata"/><Relationship Id="rId63" Type="http://schemas.openxmlformats.org/officeDocument/2006/relationships/font" Target="fonts/Epilogue-boldItalic.fntdata"/><Relationship Id="rId22" Type="http://schemas.openxmlformats.org/officeDocument/2006/relationships/slide" Target="slides/slide16.xml"/><Relationship Id="rId66" Type="http://schemas.openxmlformats.org/officeDocument/2006/relationships/font" Target="fonts/ZenKakuGothicNew-bold.fntdata"/><Relationship Id="rId21" Type="http://schemas.openxmlformats.org/officeDocument/2006/relationships/slide" Target="slides/slide15.xml"/><Relationship Id="rId65" Type="http://schemas.openxmlformats.org/officeDocument/2006/relationships/font" Target="fonts/ZenKakuGothicNew-regular.fntdata"/><Relationship Id="rId24" Type="http://schemas.openxmlformats.org/officeDocument/2006/relationships/slide" Target="slides/slide18.xml"/><Relationship Id="rId68" Type="http://schemas.openxmlformats.org/officeDocument/2006/relationships/font" Target="fonts/NotoSansJP-bold.fntdata"/><Relationship Id="rId23" Type="http://schemas.openxmlformats.org/officeDocument/2006/relationships/slide" Target="slides/slide17.xml"/><Relationship Id="rId67" Type="http://schemas.openxmlformats.org/officeDocument/2006/relationships/font" Target="fonts/NotoSansJP-regular.fntdata"/><Relationship Id="rId60" Type="http://schemas.openxmlformats.org/officeDocument/2006/relationships/font" Target="fonts/Epilogue-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EpilogueMedium-bold.fntdata"/><Relationship Id="rId50" Type="http://schemas.openxmlformats.org/officeDocument/2006/relationships/font" Target="fonts/EpilogueMedium-regular.fntdata"/><Relationship Id="rId53" Type="http://schemas.openxmlformats.org/officeDocument/2006/relationships/font" Target="fonts/EpilogueMedium-boldItalic.fntdata"/><Relationship Id="rId52" Type="http://schemas.openxmlformats.org/officeDocument/2006/relationships/font" Target="fonts/EpilogueMedium-italic.fntdata"/><Relationship Id="rId11" Type="http://schemas.openxmlformats.org/officeDocument/2006/relationships/slide" Target="slides/slide5.xml"/><Relationship Id="rId55" Type="http://schemas.openxmlformats.org/officeDocument/2006/relationships/font" Target="fonts/HelveticaNeue-bold.fntdata"/><Relationship Id="rId10" Type="http://schemas.openxmlformats.org/officeDocument/2006/relationships/slide" Target="slides/slide4.xml"/><Relationship Id="rId54" Type="http://schemas.openxmlformats.org/officeDocument/2006/relationships/font" Target="fonts/HelveticaNeue-regular.fntdata"/><Relationship Id="rId13" Type="http://schemas.openxmlformats.org/officeDocument/2006/relationships/slide" Target="slides/slide7.xml"/><Relationship Id="rId57" Type="http://schemas.openxmlformats.org/officeDocument/2006/relationships/font" Target="fonts/HelveticaNeue-boldItalic.fntdata"/><Relationship Id="rId12" Type="http://schemas.openxmlformats.org/officeDocument/2006/relationships/slide" Target="slides/slide6.xml"/><Relationship Id="rId56" Type="http://schemas.openxmlformats.org/officeDocument/2006/relationships/font" Target="fonts/HelveticaNeue-italic.fntdata"/><Relationship Id="rId15" Type="http://schemas.openxmlformats.org/officeDocument/2006/relationships/slide" Target="slides/slide9.xml"/><Relationship Id="rId59" Type="http://schemas.openxmlformats.org/officeDocument/2006/relationships/font" Target="fonts/ZenKakuGothicNewMedium-bold.fntdata"/><Relationship Id="rId14" Type="http://schemas.openxmlformats.org/officeDocument/2006/relationships/slide" Target="slides/slide8.xml"/><Relationship Id="rId58" Type="http://schemas.openxmlformats.org/officeDocument/2006/relationships/font" Target="fonts/ZenKakuGothicNew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f224aea36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ef224aea36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5b38064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5b38064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05b380647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05b380647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048aee4d95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048aee4d9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048aee4d9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048aee4d9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5ab557ea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5ab557ea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ff5ffc3f69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ff5ffc3f69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3 Members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8af98bc74a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8af98bc74a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3 Members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ff5ffc3f69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ff5ffc3f69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Key Member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05ab557ea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05ab557ea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8af98bc74a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8af98bc74a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3 Members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05ab557ea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05ab557ea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8b057d309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8b057d309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8af98bc74a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8af98bc74a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05ab557ea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05ab557ea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fac1c4566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fac1c4566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05ab557ea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05ab557ea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8b057d309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8b057d309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8b057d309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8b057d309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ff5ffc3f69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ff5ffc3f69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8b057d3093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8b057d3093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05ab557eac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05ab557ea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8b057d3093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8b057d3093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ff5ffc3f69_1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2ff5ffc3f69_1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05ab557eac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05ab557eac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8af98bc74a_1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8af98bc74a_1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02caad1c9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02caad1c9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fe03a5566e_1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fe03a5566e_1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05ab557ea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05ab557ea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fc5b878c9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fc5b878c9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2fe03a5566e_1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2fe03a5566e_1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2fc5b878c90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2fc5b878c90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fc5b878c90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fc5b878c90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05ab557ea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305ab557ea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06135d089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06135d089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048aee4d9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3048aee4d9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8b057d3093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28b057d3093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048aee4d9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048aee4d9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05b380647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g305b3806470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type="title">
  <p:cSld name="TITLE">
    <p:bg>
      <p:bgPr>
        <a:no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pic>
        <p:nvPicPr>
          <p:cNvPr id="11" name="Google Shape;11;p2"/>
          <p:cNvPicPr preferRelativeResize="0"/>
          <p:nvPr/>
        </p:nvPicPr>
        <p:blipFill>
          <a:blip r:embed="rId2">
            <a:alphaModFix/>
          </a:blip>
          <a:stretch>
            <a:fillRect/>
          </a:stretch>
        </p:blipFill>
        <p:spPr>
          <a:xfrm>
            <a:off x="1" y="0"/>
            <a:ext cx="9143995" cy="51435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セクションタイトル" type="secHead">
  <p:cSld name="SECTION_HEADER">
    <p:bg>
      <p:bgPr>
        <a:solidFill>
          <a:schemeClr val="lt2"/>
        </a:solidFill>
      </p:bgPr>
    </p:bg>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600"/>
              <a:buFont typeface="Noto Sans JP"/>
              <a:buNone/>
              <a:defRPr b="1" sz="2600">
                <a:latin typeface="Noto Sans JP"/>
                <a:ea typeface="Noto Sans JP"/>
                <a:cs typeface="Noto Sans JP"/>
                <a:sym typeface="Noto Sans JP"/>
              </a:defRPr>
            </a:lvl1pPr>
            <a:lvl2pPr lvl="1">
              <a:spcBef>
                <a:spcPts val="0"/>
              </a:spcBef>
              <a:spcAft>
                <a:spcPts val="0"/>
              </a:spcAft>
              <a:buSzPts val="2600"/>
              <a:buFont typeface="Noto Sans JP"/>
              <a:buNone/>
              <a:defRPr b="1" sz="2600">
                <a:latin typeface="Noto Sans JP"/>
                <a:ea typeface="Noto Sans JP"/>
                <a:cs typeface="Noto Sans JP"/>
                <a:sym typeface="Noto Sans JP"/>
              </a:defRPr>
            </a:lvl2pPr>
            <a:lvl3pPr lvl="2">
              <a:spcBef>
                <a:spcPts val="0"/>
              </a:spcBef>
              <a:spcAft>
                <a:spcPts val="0"/>
              </a:spcAft>
              <a:buSzPts val="2600"/>
              <a:buFont typeface="Noto Sans JP"/>
              <a:buNone/>
              <a:defRPr b="1" sz="2600">
                <a:latin typeface="Noto Sans JP"/>
                <a:ea typeface="Noto Sans JP"/>
                <a:cs typeface="Noto Sans JP"/>
                <a:sym typeface="Noto Sans JP"/>
              </a:defRPr>
            </a:lvl3pPr>
            <a:lvl4pPr lvl="3">
              <a:spcBef>
                <a:spcPts val="0"/>
              </a:spcBef>
              <a:spcAft>
                <a:spcPts val="0"/>
              </a:spcAft>
              <a:buSzPts val="2600"/>
              <a:buFont typeface="Noto Sans JP"/>
              <a:buNone/>
              <a:defRPr b="1" sz="2600">
                <a:latin typeface="Noto Sans JP"/>
                <a:ea typeface="Noto Sans JP"/>
                <a:cs typeface="Noto Sans JP"/>
                <a:sym typeface="Noto Sans JP"/>
              </a:defRPr>
            </a:lvl4pPr>
            <a:lvl5pPr lvl="4">
              <a:spcBef>
                <a:spcPts val="0"/>
              </a:spcBef>
              <a:spcAft>
                <a:spcPts val="0"/>
              </a:spcAft>
              <a:buSzPts val="2600"/>
              <a:buFont typeface="Noto Sans JP"/>
              <a:buNone/>
              <a:defRPr b="1" sz="2600">
                <a:latin typeface="Noto Sans JP"/>
                <a:ea typeface="Noto Sans JP"/>
                <a:cs typeface="Noto Sans JP"/>
                <a:sym typeface="Noto Sans JP"/>
              </a:defRPr>
            </a:lvl5pPr>
            <a:lvl6pPr lvl="5">
              <a:spcBef>
                <a:spcPts val="0"/>
              </a:spcBef>
              <a:spcAft>
                <a:spcPts val="0"/>
              </a:spcAft>
              <a:buSzPts val="2600"/>
              <a:buFont typeface="Noto Sans JP"/>
              <a:buNone/>
              <a:defRPr b="1" sz="2600">
                <a:latin typeface="Noto Sans JP"/>
                <a:ea typeface="Noto Sans JP"/>
                <a:cs typeface="Noto Sans JP"/>
                <a:sym typeface="Noto Sans JP"/>
              </a:defRPr>
            </a:lvl6pPr>
            <a:lvl7pPr lvl="6">
              <a:spcBef>
                <a:spcPts val="0"/>
              </a:spcBef>
              <a:spcAft>
                <a:spcPts val="0"/>
              </a:spcAft>
              <a:buSzPts val="2600"/>
              <a:buFont typeface="Noto Sans JP"/>
              <a:buNone/>
              <a:defRPr b="1" sz="2600">
                <a:latin typeface="Noto Sans JP"/>
                <a:ea typeface="Noto Sans JP"/>
                <a:cs typeface="Noto Sans JP"/>
                <a:sym typeface="Noto Sans JP"/>
              </a:defRPr>
            </a:lvl7pPr>
            <a:lvl8pPr lvl="7">
              <a:spcBef>
                <a:spcPts val="0"/>
              </a:spcBef>
              <a:spcAft>
                <a:spcPts val="0"/>
              </a:spcAft>
              <a:buSzPts val="2600"/>
              <a:buFont typeface="Noto Sans JP"/>
              <a:buNone/>
              <a:defRPr b="1" sz="2600">
                <a:latin typeface="Noto Sans JP"/>
                <a:ea typeface="Noto Sans JP"/>
                <a:cs typeface="Noto Sans JP"/>
                <a:sym typeface="Noto Sans JP"/>
              </a:defRPr>
            </a:lvl8pPr>
            <a:lvl9pPr lvl="8">
              <a:spcBef>
                <a:spcPts val="0"/>
              </a:spcBef>
              <a:spcAft>
                <a:spcPts val="0"/>
              </a:spcAft>
              <a:buSzPts val="2600"/>
              <a:buFont typeface="Noto Sans JP"/>
              <a:buNone/>
              <a:defRPr b="1" sz="2600">
                <a:latin typeface="Noto Sans JP"/>
                <a:ea typeface="Noto Sans JP"/>
                <a:cs typeface="Noto Sans JP"/>
                <a:sym typeface="Noto Sans JP"/>
              </a:defRPr>
            </a:lvl9pPr>
          </a:lstStyle>
          <a:p/>
        </p:txBody>
      </p:sp>
      <p:pic>
        <p:nvPicPr>
          <p:cNvPr id="15" name="Google Shape;15;p3"/>
          <p:cNvPicPr preferRelativeResize="0"/>
          <p:nvPr/>
        </p:nvPicPr>
        <p:blipFill>
          <a:blip r:embed="rId3">
            <a:alphaModFix/>
          </a:blip>
          <a:stretch>
            <a:fillRect/>
          </a:stretch>
        </p:blipFill>
        <p:spPr>
          <a:xfrm>
            <a:off x="180000" y="4878000"/>
            <a:ext cx="396000" cy="1306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アジェンダ">
  <p:cSld name="SECTION_HEADER_2">
    <p:bg>
      <p:bgPr>
        <a:solidFill>
          <a:schemeClr val="lt2"/>
        </a:solidFill>
      </p:bgPr>
    </p:bg>
    <p:spTree>
      <p:nvGrpSpPr>
        <p:cNvPr id="16"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txBox="1"/>
          <p:nvPr>
            <p:ph type="title"/>
          </p:nvPr>
        </p:nvSpPr>
        <p:spPr>
          <a:xfrm>
            <a:off x="1070250" y="676000"/>
            <a:ext cx="2610300" cy="3033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000"/>
              <a:buFont typeface="Noto Sans JP"/>
              <a:buNone/>
              <a:defRPr b="1" sz="2000">
                <a:solidFill>
                  <a:schemeClr val="accent1"/>
                </a:solidFill>
                <a:latin typeface="Noto Sans JP"/>
                <a:ea typeface="Noto Sans JP"/>
                <a:cs typeface="Noto Sans JP"/>
                <a:sym typeface="Noto Sans JP"/>
              </a:defRPr>
            </a:lvl1pPr>
            <a:lvl2pPr lvl="1">
              <a:spcBef>
                <a:spcPts val="0"/>
              </a:spcBef>
              <a:spcAft>
                <a:spcPts val="0"/>
              </a:spcAft>
              <a:buSzPts val="3600"/>
              <a:buFont typeface="Noto Sans JP"/>
              <a:buNone/>
              <a:defRPr sz="3600">
                <a:latin typeface="Noto Sans JP"/>
                <a:ea typeface="Noto Sans JP"/>
                <a:cs typeface="Noto Sans JP"/>
                <a:sym typeface="Noto Sans JP"/>
              </a:defRPr>
            </a:lvl2pPr>
            <a:lvl3pPr lvl="2">
              <a:spcBef>
                <a:spcPts val="0"/>
              </a:spcBef>
              <a:spcAft>
                <a:spcPts val="0"/>
              </a:spcAft>
              <a:buSzPts val="3600"/>
              <a:buFont typeface="Noto Sans JP"/>
              <a:buNone/>
              <a:defRPr sz="3600">
                <a:latin typeface="Noto Sans JP"/>
                <a:ea typeface="Noto Sans JP"/>
                <a:cs typeface="Noto Sans JP"/>
                <a:sym typeface="Noto Sans JP"/>
              </a:defRPr>
            </a:lvl3pPr>
            <a:lvl4pPr lvl="3">
              <a:spcBef>
                <a:spcPts val="0"/>
              </a:spcBef>
              <a:spcAft>
                <a:spcPts val="0"/>
              </a:spcAft>
              <a:buSzPts val="3600"/>
              <a:buFont typeface="Noto Sans JP"/>
              <a:buNone/>
              <a:defRPr sz="3600">
                <a:latin typeface="Noto Sans JP"/>
                <a:ea typeface="Noto Sans JP"/>
                <a:cs typeface="Noto Sans JP"/>
                <a:sym typeface="Noto Sans JP"/>
              </a:defRPr>
            </a:lvl4pPr>
            <a:lvl5pPr lvl="4">
              <a:spcBef>
                <a:spcPts val="0"/>
              </a:spcBef>
              <a:spcAft>
                <a:spcPts val="0"/>
              </a:spcAft>
              <a:buSzPts val="3600"/>
              <a:buFont typeface="Noto Sans JP"/>
              <a:buNone/>
              <a:defRPr sz="3600">
                <a:latin typeface="Noto Sans JP"/>
                <a:ea typeface="Noto Sans JP"/>
                <a:cs typeface="Noto Sans JP"/>
                <a:sym typeface="Noto Sans JP"/>
              </a:defRPr>
            </a:lvl5pPr>
            <a:lvl6pPr lvl="5">
              <a:spcBef>
                <a:spcPts val="0"/>
              </a:spcBef>
              <a:spcAft>
                <a:spcPts val="0"/>
              </a:spcAft>
              <a:buSzPts val="3600"/>
              <a:buFont typeface="Noto Sans JP"/>
              <a:buNone/>
              <a:defRPr sz="3600">
                <a:latin typeface="Noto Sans JP"/>
                <a:ea typeface="Noto Sans JP"/>
                <a:cs typeface="Noto Sans JP"/>
                <a:sym typeface="Noto Sans JP"/>
              </a:defRPr>
            </a:lvl6pPr>
            <a:lvl7pPr lvl="6">
              <a:spcBef>
                <a:spcPts val="0"/>
              </a:spcBef>
              <a:spcAft>
                <a:spcPts val="0"/>
              </a:spcAft>
              <a:buSzPts val="3600"/>
              <a:buFont typeface="Noto Sans JP"/>
              <a:buNone/>
              <a:defRPr sz="3600">
                <a:latin typeface="Noto Sans JP"/>
                <a:ea typeface="Noto Sans JP"/>
                <a:cs typeface="Noto Sans JP"/>
                <a:sym typeface="Noto Sans JP"/>
              </a:defRPr>
            </a:lvl7pPr>
            <a:lvl8pPr lvl="7">
              <a:spcBef>
                <a:spcPts val="0"/>
              </a:spcBef>
              <a:spcAft>
                <a:spcPts val="0"/>
              </a:spcAft>
              <a:buSzPts val="3600"/>
              <a:buFont typeface="Noto Sans JP"/>
              <a:buNone/>
              <a:defRPr sz="3600">
                <a:latin typeface="Noto Sans JP"/>
                <a:ea typeface="Noto Sans JP"/>
                <a:cs typeface="Noto Sans JP"/>
                <a:sym typeface="Noto Sans JP"/>
              </a:defRPr>
            </a:lvl8pPr>
            <a:lvl9pPr lvl="8">
              <a:spcBef>
                <a:spcPts val="0"/>
              </a:spcBef>
              <a:spcAft>
                <a:spcPts val="0"/>
              </a:spcAft>
              <a:buSzPts val="3600"/>
              <a:buFont typeface="Noto Sans JP"/>
              <a:buNone/>
              <a:defRPr sz="3600">
                <a:latin typeface="Noto Sans JP"/>
                <a:ea typeface="Noto Sans JP"/>
                <a:cs typeface="Noto Sans JP"/>
                <a:sym typeface="Noto Sans JP"/>
              </a:defRPr>
            </a:lvl9pPr>
          </a:lstStyle>
          <a:p/>
        </p:txBody>
      </p:sp>
      <p:sp>
        <p:nvSpPr>
          <p:cNvPr id="19" name="Google Shape;19;p4"/>
          <p:cNvSpPr txBox="1"/>
          <p:nvPr>
            <p:ph idx="1" type="body"/>
          </p:nvPr>
        </p:nvSpPr>
        <p:spPr>
          <a:xfrm>
            <a:off x="4461150" y="675990"/>
            <a:ext cx="4383000" cy="4138500"/>
          </a:xfrm>
          <a:prstGeom prst="rect">
            <a:avLst/>
          </a:prstGeom>
        </p:spPr>
        <p:txBody>
          <a:bodyPr anchorCtr="0" anchor="t" bIns="0" lIns="0" spcFirstLastPara="1" rIns="0" wrap="square" tIns="0">
            <a:spAutoFit/>
          </a:bodyPr>
          <a:lstStyle>
            <a:lvl1pPr indent="-304800" lvl="0" marL="457200">
              <a:lnSpc>
                <a:spcPct val="170000"/>
              </a:lnSpc>
              <a:spcBef>
                <a:spcPts val="0"/>
              </a:spcBef>
              <a:spcAft>
                <a:spcPts val="0"/>
              </a:spcAft>
              <a:buSzPts val="1200"/>
              <a:buFont typeface="Noto Sans JP"/>
              <a:buChar char="●"/>
              <a:defRPr b="1" sz="1200">
                <a:latin typeface="Noto Sans JP"/>
                <a:ea typeface="Noto Sans JP"/>
                <a:cs typeface="Noto Sans JP"/>
                <a:sym typeface="Noto Sans JP"/>
              </a:defRPr>
            </a:lvl1pPr>
            <a:lvl2pPr indent="-304800" lvl="1" marL="9144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2pPr>
            <a:lvl3pPr indent="-304800" lvl="2" marL="13716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3pPr>
            <a:lvl4pPr indent="-304800" lvl="3" marL="18288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4pPr>
            <a:lvl5pPr indent="-304800" lvl="4" marL="22860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5pPr>
            <a:lvl6pPr indent="-304800" lvl="5" marL="27432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6pPr>
            <a:lvl7pPr indent="-304800" lvl="6" marL="32004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7pPr>
            <a:lvl8pPr indent="-304800" lvl="7" marL="36576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8pPr>
            <a:lvl9pPr indent="-304800" lvl="8" marL="4114800">
              <a:lnSpc>
                <a:spcPct val="170000"/>
              </a:lnSpc>
              <a:spcBef>
                <a:spcPts val="0"/>
              </a:spcBef>
              <a:spcAft>
                <a:spcPts val="0"/>
              </a:spcAft>
              <a:buSzPts val="1200"/>
              <a:buFont typeface="Noto Sans JP"/>
              <a:buChar char="■"/>
              <a:defRPr sz="1200">
                <a:latin typeface="Noto Sans JP"/>
                <a:ea typeface="Noto Sans JP"/>
                <a:cs typeface="Noto Sans JP"/>
                <a:sym typeface="Noto Sans JP"/>
              </a:defRPr>
            </a:lvl9pPr>
          </a:lstStyle>
          <a:p/>
        </p:txBody>
      </p:sp>
      <p:sp>
        <p:nvSpPr>
          <p:cNvPr id="20" name="Google Shape;20;p4"/>
          <p:cNvSpPr txBox="1"/>
          <p:nvPr>
            <p:ph idx="2" type="subTitle"/>
          </p:nvPr>
        </p:nvSpPr>
        <p:spPr>
          <a:xfrm flipH="1">
            <a:off x="1084775" y="1051195"/>
            <a:ext cx="2610300" cy="303300"/>
          </a:xfrm>
          <a:prstGeom prst="rect">
            <a:avLst/>
          </a:prstGeom>
        </p:spPr>
        <p:txBody>
          <a:bodyPr anchorCtr="0" anchor="t" bIns="0" lIns="0" spcFirstLastPara="1" rIns="0" wrap="square" tIns="0">
            <a:spAutoFit/>
          </a:bodyPr>
          <a:lstStyle>
            <a:lvl1pPr lvl="0">
              <a:lnSpc>
                <a:spcPct val="100000"/>
              </a:lnSpc>
              <a:spcBef>
                <a:spcPts val="0"/>
              </a:spcBef>
              <a:spcAft>
                <a:spcPts val="0"/>
              </a:spcAft>
              <a:buSzPts val="1400"/>
              <a:buFont typeface="Noto Sans JP"/>
              <a:buNone/>
              <a:defRPr b="1" sz="1400">
                <a:latin typeface="Noto Sans JP"/>
                <a:ea typeface="Noto Sans JP"/>
                <a:cs typeface="Noto Sans JP"/>
                <a:sym typeface="Noto Sans JP"/>
              </a:defRPr>
            </a:lvl1pPr>
            <a:lvl2pPr lvl="1">
              <a:lnSpc>
                <a:spcPct val="100000"/>
              </a:lnSpc>
              <a:spcBef>
                <a:spcPts val="0"/>
              </a:spcBef>
              <a:spcAft>
                <a:spcPts val="0"/>
              </a:spcAft>
              <a:buSzPts val="1400"/>
              <a:buFont typeface="Noto Sans JP"/>
              <a:buNone/>
              <a:defRPr b="1">
                <a:latin typeface="Noto Sans JP"/>
                <a:ea typeface="Noto Sans JP"/>
                <a:cs typeface="Noto Sans JP"/>
                <a:sym typeface="Noto Sans JP"/>
              </a:defRPr>
            </a:lvl2pPr>
            <a:lvl3pPr lvl="2">
              <a:lnSpc>
                <a:spcPct val="100000"/>
              </a:lnSpc>
              <a:spcBef>
                <a:spcPts val="0"/>
              </a:spcBef>
              <a:spcAft>
                <a:spcPts val="0"/>
              </a:spcAft>
              <a:buSzPts val="1400"/>
              <a:buFont typeface="Noto Sans JP"/>
              <a:buNone/>
              <a:defRPr b="1">
                <a:latin typeface="Noto Sans JP"/>
                <a:ea typeface="Noto Sans JP"/>
                <a:cs typeface="Noto Sans JP"/>
                <a:sym typeface="Noto Sans JP"/>
              </a:defRPr>
            </a:lvl3pPr>
            <a:lvl4pPr lvl="3">
              <a:lnSpc>
                <a:spcPct val="100000"/>
              </a:lnSpc>
              <a:spcBef>
                <a:spcPts val="0"/>
              </a:spcBef>
              <a:spcAft>
                <a:spcPts val="0"/>
              </a:spcAft>
              <a:buSzPts val="1400"/>
              <a:buFont typeface="Noto Sans JP"/>
              <a:buNone/>
              <a:defRPr b="1">
                <a:latin typeface="Noto Sans JP"/>
                <a:ea typeface="Noto Sans JP"/>
                <a:cs typeface="Noto Sans JP"/>
                <a:sym typeface="Noto Sans JP"/>
              </a:defRPr>
            </a:lvl4pPr>
            <a:lvl5pPr lvl="4">
              <a:lnSpc>
                <a:spcPct val="100000"/>
              </a:lnSpc>
              <a:spcBef>
                <a:spcPts val="0"/>
              </a:spcBef>
              <a:spcAft>
                <a:spcPts val="0"/>
              </a:spcAft>
              <a:buSzPts val="1400"/>
              <a:buFont typeface="Noto Sans JP"/>
              <a:buNone/>
              <a:defRPr b="1">
                <a:latin typeface="Noto Sans JP"/>
                <a:ea typeface="Noto Sans JP"/>
                <a:cs typeface="Noto Sans JP"/>
                <a:sym typeface="Noto Sans JP"/>
              </a:defRPr>
            </a:lvl5pPr>
            <a:lvl6pPr lvl="5">
              <a:lnSpc>
                <a:spcPct val="100000"/>
              </a:lnSpc>
              <a:spcBef>
                <a:spcPts val="0"/>
              </a:spcBef>
              <a:spcAft>
                <a:spcPts val="0"/>
              </a:spcAft>
              <a:buSzPts val="1400"/>
              <a:buFont typeface="Noto Sans JP"/>
              <a:buNone/>
              <a:defRPr b="1">
                <a:latin typeface="Noto Sans JP"/>
                <a:ea typeface="Noto Sans JP"/>
                <a:cs typeface="Noto Sans JP"/>
                <a:sym typeface="Noto Sans JP"/>
              </a:defRPr>
            </a:lvl6pPr>
            <a:lvl7pPr lvl="6">
              <a:lnSpc>
                <a:spcPct val="100000"/>
              </a:lnSpc>
              <a:spcBef>
                <a:spcPts val="0"/>
              </a:spcBef>
              <a:spcAft>
                <a:spcPts val="0"/>
              </a:spcAft>
              <a:buSzPts val="1400"/>
              <a:buFont typeface="Noto Sans JP"/>
              <a:buNone/>
              <a:defRPr b="1">
                <a:latin typeface="Noto Sans JP"/>
                <a:ea typeface="Noto Sans JP"/>
                <a:cs typeface="Noto Sans JP"/>
                <a:sym typeface="Noto Sans JP"/>
              </a:defRPr>
            </a:lvl7pPr>
            <a:lvl8pPr lvl="7">
              <a:lnSpc>
                <a:spcPct val="100000"/>
              </a:lnSpc>
              <a:spcBef>
                <a:spcPts val="0"/>
              </a:spcBef>
              <a:spcAft>
                <a:spcPts val="0"/>
              </a:spcAft>
              <a:buSzPts val="1400"/>
              <a:buFont typeface="Noto Sans JP"/>
              <a:buNone/>
              <a:defRPr b="1">
                <a:latin typeface="Noto Sans JP"/>
                <a:ea typeface="Noto Sans JP"/>
                <a:cs typeface="Noto Sans JP"/>
                <a:sym typeface="Noto Sans JP"/>
              </a:defRPr>
            </a:lvl8pPr>
            <a:lvl9pPr lvl="8">
              <a:lnSpc>
                <a:spcPct val="100000"/>
              </a:lnSpc>
              <a:spcBef>
                <a:spcPts val="0"/>
              </a:spcBef>
              <a:spcAft>
                <a:spcPts val="0"/>
              </a:spcAft>
              <a:buSzPts val="1400"/>
              <a:buFont typeface="Noto Sans JP"/>
              <a:buNone/>
              <a:defRPr b="1">
                <a:latin typeface="Noto Sans JP"/>
                <a:ea typeface="Noto Sans JP"/>
                <a:cs typeface="Noto Sans JP"/>
                <a:sym typeface="Noto Sans JP"/>
              </a:defRPr>
            </a:lvl9pPr>
          </a:lstStyle>
          <a:p/>
        </p:txBody>
      </p:sp>
      <p:pic>
        <p:nvPicPr>
          <p:cNvPr id="21" name="Google Shape;21;p4"/>
          <p:cNvPicPr preferRelativeResize="0"/>
          <p:nvPr/>
        </p:nvPicPr>
        <p:blipFill>
          <a:blip r:embed="rId3">
            <a:alphaModFix/>
          </a:blip>
          <a:stretch>
            <a:fillRect/>
          </a:stretch>
        </p:blipFill>
        <p:spPr>
          <a:xfrm>
            <a:off x="180000" y="4878000"/>
            <a:ext cx="396000" cy="130680"/>
          </a:xfrm>
          <a:prstGeom prst="rect">
            <a:avLst/>
          </a:prstGeom>
          <a:noFill/>
          <a:ln>
            <a:noFill/>
          </a:ln>
        </p:spPr>
      </p:pic>
    </p:spTree>
  </p:cSld>
  <p:clrMapOvr>
    <a:masterClrMapping/>
  </p:clrMapOvr>
  <p:extLst>
    <p:ext uri="{DCECCB84-F9BA-43D5-87BE-67443E8EF086}">
      <p15:sldGuideLst>
        <p15:guide id="1" orient="horz" pos="964">
          <p15:clr>
            <a:srgbClr val="E46962"/>
          </p15:clr>
        </p15:guide>
        <p15:guide id="2" pos="2880">
          <p15:clr>
            <a:srgbClr val="E46962"/>
          </p15:clr>
        </p15:guide>
        <p15:guide id="3" orient="horz" pos="1101">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2"/>
        </a:solidFill>
      </p:bgPr>
    </p:bg>
    <p:spTree>
      <p:nvGrpSpPr>
        <p:cNvPr id="22" name="Shape 22"/>
        <p:cNvGrpSpPr/>
        <p:nvPr/>
      </p:nvGrpSpPr>
      <p:grpSpPr>
        <a:xfrm>
          <a:off x="0" y="0"/>
          <a:ext cx="0" cy="0"/>
          <a:chOff x="0" y="0"/>
          <a:chExt cx="0" cy="0"/>
        </a:xfrm>
      </p:grpSpPr>
      <p:sp>
        <p:nvSpPr>
          <p:cNvPr id="23" name="Google Shape;23;p5"/>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説明">
  <p:cSld name="BLANK_2_3">
    <p:bg>
      <p:bgPr>
        <a:solidFill>
          <a:schemeClr val="lt2"/>
        </a:solidFill>
      </p:bgPr>
    </p:bg>
    <p:spTree>
      <p:nvGrpSpPr>
        <p:cNvPr id="24" name="Shape 24"/>
        <p:cNvGrpSpPr/>
        <p:nvPr/>
      </p:nvGrpSpPr>
      <p:grpSpPr>
        <a:xfrm>
          <a:off x="0" y="0"/>
          <a:ext cx="0" cy="0"/>
          <a:chOff x="0" y="0"/>
          <a:chExt cx="0" cy="0"/>
        </a:xfrm>
      </p:grpSpPr>
      <p:sp>
        <p:nvSpPr>
          <p:cNvPr id="25" name="Google Shape;25;p6"/>
          <p:cNvSpPr txBox="1"/>
          <p:nvPr>
            <p:ph type="title"/>
          </p:nvPr>
        </p:nvSpPr>
        <p:spPr>
          <a:xfrm>
            <a:off x="431997" y="324695"/>
            <a:ext cx="8280000" cy="371700"/>
          </a:xfrm>
          <a:prstGeom prst="rect">
            <a:avLst/>
          </a:prstGeom>
        </p:spPr>
        <p:txBody>
          <a:bodyPr anchorCtr="0" anchor="t" bIns="54000" lIns="0" spcFirstLastPara="1" rIns="0" wrap="square" tIns="54000">
            <a:spAutoFit/>
          </a:bodyPr>
          <a:lstStyle>
            <a:lvl1pPr lvl="0" rtl="0">
              <a:spcBef>
                <a:spcPts val="0"/>
              </a:spcBef>
              <a:spcAft>
                <a:spcPts val="0"/>
              </a:spcAft>
              <a:buSzPts val="1600"/>
              <a:buFont typeface="Noto Sans JP"/>
              <a:buNone/>
              <a:defRPr b="1" sz="1600">
                <a:latin typeface="Noto Sans JP"/>
                <a:ea typeface="Noto Sans JP"/>
                <a:cs typeface="Noto Sans JP"/>
                <a:sym typeface="Noto Sans JP"/>
              </a:defRPr>
            </a:lvl1pPr>
            <a:lvl2pPr lvl="1" rtl="0">
              <a:spcBef>
                <a:spcPts val="0"/>
              </a:spcBef>
              <a:spcAft>
                <a:spcPts val="0"/>
              </a:spcAft>
              <a:buSzPts val="1600"/>
              <a:buFont typeface="Noto Sans JP"/>
              <a:buNone/>
              <a:defRPr b="1" sz="1600">
                <a:latin typeface="Noto Sans JP"/>
                <a:ea typeface="Noto Sans JP"/>
                <a:cs typeface="Noto Sans JP"/>
                <a:sym typeface="Noto Sans JP"/>
              </a:defRPr>
            </a:lvl2pPr>
            <a:lvl3pPr lvl="2" rtl="0">
              <a:spcBef>
                <a:spcPts val="0"/>
              </a:spcBef>
              <a:spcAft>
                <a:spcPts val="0"/>
              </a:spcAft>
              <a:buSzPts val="1600"/>
              <a:buFont typeface="Noto Sans JP"/>
              <a:buNone/>
              <a:defRPr b="1" sz="1600">
                <a:latin typeface="Noto Sans JP"/>
                <a:ea typeface="Noto Sans JP"/>
                <a:cs typeface="Noto Sans JP"/>
                <a:sym typeface="Noto Sans JP"/>
              </a:defRPr>
            </a:lvl3pPr>
            <a:lvl4pPr lvl="3" rtl="0">
              <a:spcBef>
                <a:spcPts val="0"/>
              </a:spcBef>
              <a:spcAft>
                <a:spcPts val="0"/>
              </a:spcAft>
              <a:buSzPts val="1600"/>
              <a:buFont typeface="Noto Sans JP"/>
              <a:buNone/>
              <a:defRPr b="1" sz="1600">
                <a:latin typeface="Noto Sans JP"/>
                <a:ea typeface="Noto Sans JP"/>
                <a:cs typeface="Noto Sans JP"/>
                <a:sym typeface="Noto Sans JP"/>
              </a:defRPr>
            </a:lvl4pPr>
            <a:lvl5pPr lvl="4" rtl="0">
              <a:spcBef>
                <a:spcPts val="0"/>
              </a:spcBef>
              <a:spcAft>
                <a:spcPts val="0"/>
              </a:spcAft>
              <a:buSzPts val="1600"/>
              <a:buFont typeface="Noto Sans JP"/>
              <a:buNone/>
              <a:defRPr b="1" sz="1600">
                <a:latin typeface="Noto Sans JP"/>
                <a:ea typeface="Noto Sans JP"/>
                <a:cs typeface="Noto Sans JP"/>
                <a:sym typeface="Noto Sans JP"/>
              </a:defRPr>
            </a:lvl5pPr>
            <a:lvl6pPr lvl="5" rtl="0">
              <a:spcBef>
                <a:spcPts val="0"/>
              </a:spcBef>
              <a:spcAft>
                <a:spcPts val="0"/>
              </a:spcAft>
              <a:buSzPts val="1600"/>
              <a:buFont typeface="Noto Sans JP"/>
              <a:buNone/>
              <a:defRPr b="1" sz="1600">
                <a:latin typeface="Noto Sans JP"/>
                <a:ea typeface="Noto Sans JP"/>
                <a:cs typeface="Noto Sans JP"/>
                <a:sym typeface="Noto Sans JP"/>
              </a:defRPr>
            </a:lvl6pPr>
            <a:lvl7pPr lvl="6" rtl="0">
              <a:spcBef>
                <a:spcPts val="0"/>
              </a:spcBef>
              <a:spcAft>
                <a:spcPts val="0"/>
              </a:spcAft>
              <a:buSzPts val="1600"/>
              <a:buFont typeface="Noto Sans JP"/>
              <a:buNone/>
              <a:defRPr b="1" sz="1600">
                <a:latin typeface="Noto Sans JP"/>
                <a:ea typeface="Noto Sans JP"/>
                <a:cs typeface="Noto Sans JP"/>
                <a:sym typeface="Noto Sans JP"/>
              </a:defRPr>
            </a:lvl7pPr>
            <a:lvl8pPr lvl="7" rtl="0">
              <a:spcBef>
                <a:spcPts val="0"/>
              </a:spcBef>
              <a:spcAft>
                <a:spcPts val="0"/>
              </a:spcAft>
              <a:buSzPts val="1600"/>
              <a:buFont typeface="Noto Sans JP"/>
              <a:buNone/>
              <a:defRPr b="1" sz="1600">
                <a:latin typeface="Noto Sans JP"/>
                <a:ea typeface="Noto Sans JP"/>
                <a:cs typeface="Noto Sans JP"/>
                <a:sym typeface="Noto Sans JP"/>
              </a:defRPr>
            </a:lvl8pPr>
            <a:lvl9pPr lvl="8" rtl="0">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26" name="Google Shape;26;p6"/>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rt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rtl="0">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rtl="0">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27" name="Google Shape;27;p6"/>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28" name="Google Shape;28;p6"/>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29" name="Google Shape;29;p6"/>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ハイライト">
  <p:cSld name="BLANK_2_3_1">
    <p:bg>
      <p:bgPr>
        <a:solidFill>
          <a:schemeClr val="lt2"/>
        </a:solidFill>
      </p:bgPr>
    </p:bg>
    <p:spTree>
      <p:nvGrpSpPr>
        <p:cNvPr id="30" name="Shape 30"/>
        <p:cNvGrpSpPr/>
        <p:nvPr/>
      </p:nvGrpSpPr>
      <p:grpSpPr>
        <a:xfrm>
          <a:off x="0" y="0"/>
          <a:ext cx="0" cy="0"/>
          <a:chOff x="0" y="0"/>
          <a:chExt cx="0" cy="0"/>
        </a:xfrm>
      </p:grpSpPr>
      <p:sp>
        <p:nvSpPr>
          <p:cNvPr id="31" name="Google Shape;31;p7"/>
          <p:cNvSpPr/>
          <p:nvPr/>
        </p:nvSpPr>
        <p:spPr>
          <a:xfrm>
            <a:off x="0" y="0"/>
            <a:ext cx="45633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7"/>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33" name="Google Shape;33;p7"/>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34" name="Google Shape;34;p7"/>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35" name="Google Shape;35;p7"/>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36" name="Google Shape;36;p7"/>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フレーム - 1">
  <p:cSld name="BLANK_2_3_1_1">
    <p:bg>
      <p:bgPr>
        <a:solidFill>
          <a:schemeClr val="lt2"/>
        </a:solidFill>
      </p:bgPr>
    </p:bg>
    <p:spTree>
      <p:nvGrpSpPr>
        <p:cNvPr id="37" name="Shape 37"/>
        <p:cNvGrpSpPr/>
        <p:nvPr/>
      </p:nvGrpSpPr>
      <p:grpSpPr>
        <a:xfrm>
          <a:off x="0" y="0"/>
          <a:ext cx="0" cy="0"/>
          <a:chOff x="0" y="0"/>
          <a:chExt cx="0" cy="0"/>
        </a:xfrm>
      </p:grpSpPr>
      <p:sp>
        <p:nvSpPr>
          <p:cNvPr id="38" name="Google Shape;38;p8"/>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39" name="Google Shape;39;p8"/>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40" name="Google Shape;40;p8"/>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41" name="Google Shape;41;p8"/>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42" name="Google Shape;42;p8"/>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メンバー紹介 - シングル ">
  <p:cSld name="BLANK_2_3_1_1_1">
    <p:bg>
      <p:bgPr>
        <a:solidFill>
          <a:schemeClr val="lt2"/>
        </a:solidFill>
      </p:bgPr>
    </p:bg>
    <p:spTree>
      <p:nvGrpSpPr>
        <p:cNvPr id="43" name="Shape 43"/>
        <p:cNvGrpSpPr/>
        <p:nvPr/>
      </p:nvGrpSpPr>
      <p:grpSpPr>
        <a:xfrm>
          <a:off x="0" y="0"/>
          <a:ext cx="0" cy="0"/>
          <a:chOff x="0" y="0"/>
          <a:chExt cx="0" cy="0"/>
        </a:xfrm>
      </p:grpSpPr>
      <p:sp>
        <p:nvSpPr>
          <p:cNvPr id="44" name="Google Shape;44;p9"/>
          <p:cNvSpPr/>
          <p:nvPr/>
        </p:nvSpPr>
        <p:spPr>
          <a:xfrm flipH="1" rot="10800000">
            <a:off x="0" y="3862199"/>
            <a:ext cx="9144000" cy="1281300"/>
          </a:xfrm>
          <a:prstGeom prst="roundRect">
            <a:avLst>
              <a:gd fmla="val 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46" name="Google Shape;46;p9"/>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47" name="Google Shape;47;p9"/>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pic>
        <p:nvPicPr>
          <p:cNvPr id="48" name="Google Shape;48;p9"/>
          <p:cNvPicPr preferRelativeResize="0"/>
          <p:nvPr/>
        </p:nvPicPr>
        <p:blipFill rotWithShape="1">
          <a:blip r:embed="rId3">
            <a:alphaModFix/>
          </a:blip>
          <a:srcRect b="0" l="0" r="0" t="507"/>
          <a:stretch/>
        </p:blipFill>
        <p:spPr>
          <a:xfrm>
            <a:off x="5791800" y="0"/>
            <a:ext cx="3352200" cy="2948851"/>
          </a:xfrm>
          <a:prstGeom prst="rect">
            <a:avLst/>
          </a:prstGeom>
          <a:noFill/>
          <a:ln>
            <a:noFill/>
          </a:ln>
        </p:spPr>
      </p:pic>
      <p:sp>
        <p:nvSpPr>
          <p:cNvPr id="49" name="Google Shape;49;p9"/>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50" name="Google Shape;50;p9"/>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フレーム - 2">
  <p:cSld name="BLANK_2_3_1_1_1_1">
    <p:bg>
      <p:bgPr>
        <a:solidFill>
          <a:schemeClr val="lt2"/>
        </a:solidFill>
      </p:bgPr>
    </p:bg>
    <p:spTree>
      <p:nvGrpSpPr>
        <p:cNvPr id="51" name="Shape 51"/>
        <p:cNvGrpSpPr/>
        <p:nvPr/>
      </p:nvGrpSpPr>
      <p:grpSpPr>
        <a:xfrm>
          <a:off x="0" y="0"/>
          <a:ext cx="0" cy="0"/>
          <a:chOff x="0" y="0"/>
          <a:chExt cx="0" cy="0"/>
        </a:xfrm>
      </p:grpSpPr>
      <p:sp>
        <p:nvSpPr>
          <p:cNvPr id="52" name="Google Shape;52;p10"/>
          <p:cNvSpPr/>
          <p:nvPr/>
        </p:nvSpPr>
        <p:spPr>
          <a:xfrm flipH="1" rot="10800000">
            <a:off x="0" y="809700"/>
            <a:ext cx="9144000" cy="4333800"/>
          </a:xfrm>
          <a:prstGeom prst="roundRect">
            <a:avLst>
              <a:gd fmla="val 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0"/>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54" name="Google Shape;54;p10"/>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55" name="Google Shape;55;p10"/>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56" name="Google Shape;56;p10"/>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57" name="Google Shape;57;p10"/>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フレーム - 3">
  <p:cSld name="BLANK_2_3_1_1_1_1_2">
    <p:bg>
      <p:bgPr>
        <a:solidFill>
          <a:schemeClr val="lt2"/>
        </a:solidFill>
      </p:bgPr>
    </p:bg>
    <p:spTree>
      <p:nvGrpSpPr>
        <p:cNvPr id="58" name="Shape 58"/>
        <p:cNvGrpSpPr/>
        <p:nvPr/>
      </p:nvGrpSpPr>
      <p:grpSpPr>
        <a:xfrm>
          <a:off x="0" y="0"/>
          <a:ext cx="0" cy="0"/>
          <a:chOff x="0" y="0"/>
          <a:chExt cx="0" cy="0"/>
        </a:xfrm>
      </p:grpSpPr>
      <p:sp>
        <p:nvSpPr>
          <p:cNvPr id="59" name="Google Shape;59;p11"/>
          <p:cNvSpPr/>
          <p:nvPr/>
        </p:nvSpPr>
        <p:spPr>
          <a:xfrm flipH="1" rot="10800000">
            <a:off x="0" y="438300"/>
            <a:ext cx="9144000" cy="4705200"/>
          </a:xfrm>
          <a:prstGeom prst="roundRect">
            <a:avLst>
              <a:gd fmla="val 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1"/>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61" name="Google Shape;61;p11"/>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62" name="Google Shape;62;p11"/>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63" name="Google Shape;63;p11"/>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図メイン">
  <p:cSld name="BLANK_2_3_1_1_1_1_1">
    <p:bg>
      <p:bgPr>
        <a:solidFill>
          <a:schemeClr val="lt2"/>
        </a:solidFill>
      </p:bgPr>
    </p:bg>
    <p:spTree>
      <p:nvGrpSpPr>
        <p:cNvPr id="64" name="Shape 64"/>
        <p:cNvGrpSpPr/>
        <p:nvPr/>
      </p:nvGrpSpPr>
      <p:grpSpPr>
        <a:xfrm>
          <a:off x="0" y="0"/>
          <a:ext cx="0" cy="0"/>
          <a:chOff x="0" y="0"/>
          <a:chExt cx="0" cy="0"/>
        </a:xfrm>
      </p:grpSpPr>
      <p:sp>
        <p:nvSpPr>
          <p:cNvPr id="65" name="Google Shape;65;p12"/>
          <p:cNvSpPr txBox="1"/>
          <p:nvPr/>
        </p:nvSpPr>
        <p:spPr>
          <a:xfrm>
            <a:off x="8650843" y="4903550"/>
            <a:ext cx="323100" cy="123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b="1" lang="ja" sz="800">
                <a:solidFill>
                  <a:schemeClr val="lt1"/>
                </a:solidFill>
              </a:rPr>
              <a:t>‹#›</a:t>
            </a:fld>
            <a:endParaRPr b="1" sz="800">
              <a:solidFill>
                <a:schemeClr val="lt1"/>
              </a:solidFill>
            </a:endParaRPr>
          </a:p>
        </p:txBody>
      </p:sp>
      <p:sp>
        <p:nvSpPr>
          <p:cNvPr id="66" name="Google Shape;66;p12"/>
          <p:cNvSpPr txBox="1"/>
          <p:nvPr>
            <p:ph type="title"/>
          </p:nvPr>
        </p:nvSpPr>
        <p:spPr>
          <a:xfrm>
            <a:off x="431994" y="324695"/>
            <a:ext cx="8280000" cy="371700"/>
          </a:xfrm>
          <a:prstGeom prst="rect">
            <a:avLst/>
          </a:prstGeom>
        </p:spPr>
        <p:txBody>
          <a:bodyPr anchorCtr="0" anchor="t" bIns="54000" lIns="0" spcFirstLastPara="1" rIns="0" wrap="square" tIns="54000">
            <a:spAutoFit/>
          </a:bodyPr>
          <a:lstStyle>
            <a:lvl1pPr lvl="0">
              <a:spcBef>
                <a:spcPts val="0"/>
              </a:spcBef>
              <a:spcAft>
                <a:spcPts val="0"/>
              </a:spcAft>
              <a:buSzPts val="1600"/>
              <a:buFont typeface="Noto Sans JP"/>
              <a:buNone/>
              <a:defRPr b="1" sz="1600">
                <a:latin typeface="Noto Sans JP"/>
                <a:ea typeface="Noto Sans JP"/>
                <a:cs typeface="Noto Sans JP"/>
                <a:sym typeface="Noto Sans JP"/>
              </a:defRPr>
            </a:lvl1pPr>
            <a:lvl2pPr lvl="1">
              <a:spcBef>
                <a:spcPts val="0"/>
              </a:spcBef>
              <a:spcAft>
                <a:spcPts val="0"/>
              </a:spcAft>
              <a:buSzPts val="1600"/>
              <a:buFont typeface="Noto Sans JP"/>
              <a:buNone/>
              <a:defRPr b="1" sz="1600">
                <a:latin typeface="Noto Sans JP"/>
                <a:ea typeface="Noto Sans JP"/>
                <a:cs typeface="Noto Sans JP"/>
                <a:sym typeface="Noto Sans JP"/>
              </a:defRPr>
            </a:lvl2pPr>
            <a:lvl3pPr lvl="2">
              <a:spcBef>
                <a:spcPts val="0"/>
              </a:spcBef>
              <a:spcAft>
                <a:spcPts val="0"/>
              </a:spcAft>
              <a:buSzPts val="1600"/>
              <a:buFont typeface="Noto Sans JP"/>
              <a:buNone/>
              <a:defRPr b="1" sz="1600">
                <a:latin typeface="Noto Sans JP"/>
                <a:ea typeface="Noto Sans JP"/>
                <a:cs typeface="Noto Sans JP"/>
                <a:sym typeface="Noto Sans JP"/>
              </a:defRPr>
            </a:lvl3pPr>
            <a:lvl4pPr lvl="3">
              <a:spcBef>
                <a:spcPts val="0"/>
              </a:spcBef>
              <a:spcAft>
                <a:spcPts val="0"/>
              </a:spcAft>
              <a:buSzPts val="1600"/>
              <a:buFont typeface="Noto Sans JP"/>
              <a:buNone/>
              <a:defRPr b="1" sz="1600">
                <a:latin typeface="Noto Sans JP"/>
                <a:ea typeface="Noto Sans JP"/>
                <a:cs typeface="Noto Sans JP"/>
                <a:sym typeface="Noto Sans JP"/>
              </a:defRPr>
            </a:lvl4pPr>
            <a:lvl5pPr lvl="4">
              <a:spcBef>
                <a:spcPts val="0"/>
              </a:spcBef>
              <a:spcAft>
                <a:spcPts val="0"/>
              </a:spcAft>
              <a:buSzPts val="1600"/>
              <a:buFont typeface="Noto Sans JP"/>
              <a:buNone/>
              <a:defRPr b="1" sz="1600">
                <a:latin typeface="Noto Sans JP"/>
                <a:ea typeface="Noto Sans JP"/>
                <a:cs typeface="Noto Sans JP"/>
                <a:sym typeface="Noto Sans JP"/>
              </a:defRPr>
            </a:lvl5pPr>
            <a:lvl6pPr lvl="5">
              <a:spcBef>
                <a:spcPts val="0"/>
              </a:spcBef>
              <a:spcAft>
                <a:spcPts val="0"/>
              </a:spcAft>
              <a:buSzPts val="1600"/>
              <a:buFont typeface="Noto Sans JP"/>
              <a:buNone/>
              <a:defRPr b="1" sz="1600">
                <a:latin typeface="Noto Sans JP"/>
                <a:ea typeface="Noto Sans JP"/>
                <a:cs typeface="Noto Sans JP"/>
                <a:sym typeface="Noto Sans JP"/>
              </a:defRPr>
            </a:lvl6pPr>
            <a:lvl7pPr lvl="6">
              <a:spcBef>
                <a:spcPts val="0"/>
              </a:spcBef>
              <a:spcAft>
                <a:spcPts val="0"/>
              </a:spcAft>
              <a:buSzPts val="1600"/>
              <a:buFont typeface="Noto Sans JP"/>
              <a:buNone/>
              <a:defRPr b="1" sz="1600">
                <a:latin typeface="Noto Sans JP"/>
                <a:ea typeface="Noto Sans JP"/>
                <a:cs typeface="Noto Sans JP"/>
                <a:sym typeface="Noto Sans JP"/>
              </a:defRPr>
            </a:lvl7pPr>
            <a:lvl8pPr lvl="7">
              <a:spcBef>
                <a:spcPts val="0"/>
              </a:spcBef>
              <a:spcAft>
                <a:spcPts val="0"/>
              </a:spcAft>
              <a:buSzPts val="1600"/>
              <a:buFont typeface="Noto Sans JP"/>
              <a:buNone/>
              <a:defRPr b="1" sz="1600">
                <a:latin typeface="Noto Sans JP"/>
                <a:ea typeface="Noto Sans JP"/>
                <a:cs typeface="Noto Sans JP"/>
                <a:sym typeface="Noto Sans JP"/>
              </a:defRPr>
            </a:lvl8pPr>
            <a:lvl9pPr lvl="8">
              <a:spcBef>
                <a:spcPts val="0"/>
              </a:spcBef>
              <a:spcAft>
                <a:spcPts val="0"/>
              </a:spcAft>
              <a:buSzPts val="1600"/>
              <a:buFont typeface="Noto Sans JP"/>
              <a:buNone/>
              <a:defRPr b="1" sz="1600">
                <a:latin typeface="Noto Sans JP"/>
                <a:ea typeface="Noto Sans JP"/>
                <a:cs typeface="Noto Sans JP"/>
                <a:sym typeface="Noto Sans JP"/>
              </a:defRPr>
            </a:lvl9pPr>
          </a:lstStyle>
          <a:p/>
        </p:txBody>
      </p:sp>
      <p:sp>
        <p:nvSpPr>
          <p:cNvPr id="67" name="Google Shape;67;p12"/>
          <p:cNvSpPr txBox="1"/>
          <p:nvPr>
            <p:ph idx="1" type="subTitle"/>
          </p:nvPr>
        </p:nvSpPr>
        <p:spPr>
          <a:xfrm>
            <a:off x="194921" y="98646"/>
            <a:ext cx="8280000" cy="261900"/>
          </a:xfrm>
          <a:prstGeom prst="rect">
            <a:avLst/>
          </a:prstGeom>
        </p:spPr>
        <p:txBody>
          <a:bodyPr anchorCtr="0" anchor="t" bIns="54000" lIns="0" spcFirstLastPara="1" rIns="0" wrap="square" tIns="54000">
            <a:spAutoFit/>
          </a:bodyPr>
          <a:lstStyle>
            <a:lvl1pPr lvl="0">
              <a:spcBef>
                <a:spcPts val="0"/>
              </a:spcBef>
              <a:spcAft>
                <a:spcPts val="0"/>
              </a:spcAft>
              <a:buClr>
                <a:srgbClr val="999999"/>
              </a:buClr>
              <a:buSzPts val="800"/>
              <a:buFont typeface="Noto Sans JP"/>
              <a:buNone/>
              <a:defRPr b="1" sz="800">
                <a:solidFill>
                  <a:srgbClr val="999999"/>
                </a:solidFill>
                <a:latin typeface="Noto Sans JP"/>
                <a:ea typeface="Noto Sans JP"/>
                <a:cs typeface="Noto Sans JP"/>
                <a:sym typeface="Noto Sans JP"/>
              </a:defRPr>
            </a:lvl1pPr>
            <a:lvl2pPr lvl="1">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2pPr>
            <a:lvl3pPr lvl="2">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3pPr>
            <a:lvl4pPr lvl="3">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4pPr>
            <a:lvl5pPr lvl="4">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5pPr>
            <a:lvl6pPr lvl="5">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6pPr>
            <a:lvl7pPr lvl="6">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7pPr>
            <a:lvl8pPr lvl="7">
              <a:spcBef>
                <a:spcPts val="1600"/>
              </a:spcBef>
              <a:spcAft>
                <a:spcPts val="0"/>
              </a:spcAft>
              <a:buClr>
                <a:schemeClr val="accent3"/>
              </a:buClr>
              <a:buSzPts val="800"/>
              <a:buFont typeface="Noto Sans JP"/>
              <a:buNone/>
              <a:defRPr sz="800">
                <a:solidFill>
                  <a:schemeClr val="accent3"/>
                </a:solidFill>
                <a:latin typeface="Noto Sans JP"/>
                <a:ea typeface="Noto Sans JP"/>
                <a:cs typeface="Noto Sans JP"/>
                <a:sym typeface="Noto Sans JP"/>
              </a:defRPr>
            </a:lvl8pPr>
            <a:lvl9pPr lvl="8">
              <a:spcBef>
                <a:spcPts val="1600"/>
              </a:spcBef>
              <a:spcAft>
                <a:spcPts val="1600"/>
              </a:spcAft>
              <a:buClr>
                <a:schemeClr val="accent3"/>
              </a:buClr>
              <a:buSzPts val="800"/>
              <a:buFont typeface="Noto Sans JP"/>
              <a:buNone/>
              <a:defRPr sz="800">
                <a:solidFill>
                  <a:schemeClr val="accent3"/>
                </a:solidFill>
                <a:latin typeface="Noto Sans JP"/>
                <a:ea typeface="Noto Sans JP"/>
                <a:cs typeface="Noto Sans JP"/>
                <a:sym typeface="Noto Sans JP"/>
              </a:defRPr>
            </a:lvl9pPr>
          </a:lstStyle>
          <a:p/>
        </p:txBody>
      </p:sp>
      <p:pic>
        <p:nvPicPr>
          <p:cNvPr id="68" name="Google Shape;68;p12"/>
          <p:cNvPicPr preferRelativeResize="0"/>
          <p:nvPr/>
        </p:nvPicPr>
        <p:blipFill rotWithShape="1">
          <a:blip r:embed="rId2">
            <a:alphaModFix/>
          </a:blip>
          <a:srcRect b="0" l="0" r="0" t="0"/>
          <a:stretch/>
        </p:blipFill>
        <p:spPr>
          <a:xfrm>
            <a:off x="180000" y="4876939"/>
            <a:ext cx="395975" cy="131211"/>
          </a:xfrm>
          <a:prstGeom prst="rect">
            <a:avLst/>
          </a:prstGeom>
          <a:noFill/>
          <a:ln>
            <a:noFill/>
          </a:ln>
        </p:spPr>
      </p:pic>
      <p:sp>
        <p:nvSpPr>
          <p:cNvPr id="69" name="Google Shape;69;p12"/>
          <p:cNvSpPr txBox="1"/>
          <p:nvPr/>
        </p:nvSpPr>
        <p:spPr>
          <a:xfrm>
            <a:off x="6188762" y="4835037"/>
            <a:ext cx="2462100" cy="261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ja" sz="700">
                <a:solidFill>
                  <a:srgbClr val="999999"/>
                </a:solidFill>
                <a:latin typeface="Epilogue Medium"/>
                <a:ea typeface="Epilogue Medium"/>
                <a:cs typeface="Epilogue Medium"/>
                <a:sym typeface="Epilogue Medium"/>
              </a:rPr>
              <a:t>Project Name  ｜  Kick Off</a:t>
            </a:r>
            <a:endParaRPr sz="700">
              <a:solidFill>
                <a:srgbClr val="999999"/>
              </a:solidFill>
              <a:latin typeface="Epilogue Medium"/>
              <a:ea typeface="Epilogue Medium"/>
              <a:cs typeface="Epilogue Medium"/>
              <a:sym typeface="Epilogue Medium"/>
            </a:endParaRPr>
          </a:p>
        </p:txBody>
      </p:sp>
      <p:sp>
        <p:nvSpPr>
          <p:cNvPr id="70" name="Google Shape;70;p12"/>
          <p:cNvSpPr/>
          <p:nvPr>
            <p:ph idx="2" type="pic"/>
          </p:nvPr>
        </p:nvSpPr>
        <p:spPr>
          <a:xfrm>
            <a:off x="450000" y="878475"/>
            <a:ext cx="8280000" cy="3827100"/>
          </a:xfrm>
          <a:prstGeom prst="roundRect">
            <a:avLst>
              <a:gd fmla="val 2749" name="adj"/>
            </a:avLst>
          </a:prstGeom>
          <a:noFill/>
          <a:ln>
            <a:noFill/>
          </a:ln>
        </p:spPr>
      </p:sp>
    </p:spTree>
  </p:cSld>
  <p:clrMapOvr>
    <a:masterClrMapping/>
  </p:clrMapOvr>
  <p:extLst>
    <p:ext uri="{DCECCB84-F9BA-43D5-87BE-67443E8EF086}">
      <p15:sldGuideLst>
        <p15:guide id="1" orient="horz" pos="3161">
          <p15:clr>
            <a:srgbClr val="E46962"/>
          </p15:clr>
        </p15:guide>
        <p15:guide id="2" orient="horz" pos="79">
          <p15:clr>
            <a:srgbClr val="E46962"/>
          </p15:clr>
        </p15:guide>
        <p15:guide id="3" pos="283">
          <p15:clr>
            <a:srgbClr val="E46962"/>
          </p15:clr>
        </p15:guide>
        <p15:guide id="4" pos="5499">
          <p15:clr>
            <a:srgbClr val="E46962"/>
          </p15:clr>
        </p15:guide>
        <p15:guide id="5" pos="113">
          <p15:clr>
            <a:srgbClr val="E46962"/>
          </p15:clr>
        </p15:guide>
        <p15:guide id="6" pos="5669">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File">
  <p:cSld name="CUSTOM">
    <p:bg>
      <p:bgPr>
        <a:solidFill>
          <a:schemeClr val="accent1"/>
        </a:solidFill>
      </p:bgPr>
    </p:bg>
    <p:spTree>
      <p:nvGrpSpPr>
        <p:cNvPr id="71" name="Shape 71"/>
        <p:cNvGrpSpPr/>
        <p:nvPr/>
      </p:nvGrpSpPr>
      <p:grpSpPr>
        <a:xfrm>
          <a:off x="0" y="0"/>
          <a:ext cx="0" cy="0"/>
          <a:chOff x="0" y="0"/>
          <a:chExt cx="0" cy="0"/>
        </a:xfrm>
      </p:grpSpPr>
      <p:pic>
        <p:nvPicPr>
          <p:cNvPr id="72" name="Google Shape;72;p13"/>
          <p:cNvPicPr preferRelativeResize="0"/>
          <p:nvPr/>
        </p:nvPicPr>
        <p:blipFill>
          <a:blip r:embed="rId2">
            <a:alphaModFix/>
          </a:blip>
          <a:stretch>
            <a:fillRect/>
          </a:stretch>
        </p:blipFill>
        <p:spPr>
          <a:xfrm>
            <a:off x="0" y="-5"/>
            <a:ext cx="9144000" cy="514350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Char char="●"/>
              <a:defRPr sz="1800">
                <a:solidFill>
                  <a:schemeClr val="lt1"/>
                </a:solidFill>
              </a:defRPr>
            </a:lvl1pPr>
            <a:lvl2pPr indent="-317500" lvl="1" marL="914400">
              <a:lnSpc>
                <a:spcPct val="115000"/>
              </a:lnSpc>
              <a:spcBef>
                <a:spcPts val="1600"/>
              </a:spcBef>
              <a:spcAft>
                <a:spcPts val="0"/>
              </a:spcAft>
              <a:buClr>
                <a:schemeClr val="lt1"/>
              </a:buClr>
              <a:buSzPts val="1400"/>
              <a:buChar char="○"/>
              <a:defRPr>
                <a:solidFill>
                  <a:schemeClr val="lt1"/>
                </a:solidFill>
              </a:defRPr>
            </a:lvl2pPr>
            <a:lvl3pPr indent="-317500" lvl="2" marL="1371600">
              <a:lnSpc>
                <a:spcPct val="115000"/>
              </a:lnSpc>
              <a:spcBef>
                <a:spcPts val="1600"/>
              </a:spcBef>
              <a:spcAft>
                <a:spcPts val="0"/>
              </a:spcAft>
              <a:buClr>
                <a:schemeClr val="lt1"/>
              </a:buClr>
              <a:buSzPts val="1400"/>
              <a:buChar char="■"/>
              <a:defRPr>
                <a:solidFill>
                  <a:schemeClr val="lt1"/>
                </a:solidFill>
              </a:defRPr>
            </a:lvl3pPr>
            <a:lvl4pPr indent="-317500" lvl="3" marL="1828800">
              <a:lnSpc>
                <a:spcPct val="115000"/>
              </a:lnSpc>
              <a:spcBef>
                <a:spcPts val="1600"/>
              </a:spcBef>
              <a:spcAft>
                <a:spcPts val="0"/>
              </a:spcAft>
              <a:buClr>
                <a:schemeClr val="lt1"/>
              </a:buClr>
              <a:buSzPts val="1400"/>
              <a:buChar char="●"/>
              <a:defRPr>
                <a:solidFill>
                  <a:schemeClr val="lt1"/>
                </a:solidFill>
              </a:defRPr>
            </a:lvl4pPr>
            <a:lvl5pPr indent="-317500" lvl="4" marL="2286000">
              <a:lnSpc>
                <a:spcPct val="115000"/>
              </a:lnSpc>
              <a:spcBef>
                <a:spcPts val="1600"/>
              </a:spcBef>
              <a:spcAft>
                <a:spcPts val="0"/>
              </a:spcAft>
              <a:buClr>
                <a:schemeClr val="lt1"/>
              </a:buClr>
              <a:buSzPts val="1400"/>
              <a:buChar char="○"/>
              <a:defRPr>
                <a:solidFill>
                  <a:schemeClr val="lt1"/>
                </a:solidFill>
              </a:defRPr>
            </a:lvl5pPr>
            <a:lvl6pPr indent="-317500" lvl="5" marL="2743200">
              <a:lnSpc>
                <a:spcPct val="115000"/>
              </a:lnSpc>
              <a:spcBef>
                <a:spcPts val="1600"/>
              </a:spcBef>
              <a:spcAft>
                <a:spcPts val="0"/>
              </a:spcAft>
              <a:buClr>
                <a:schemeClr val="lt1"/>
              </a:buClr>
              <a:buSzPts val="1400"/>
              <a:buChar char="■"/>
              <a:defRPr>
                <a:solidFill>
                  <a:schemeClr val="lt1"/>
                </a:solidFill>
              </a:defRPr>
            </a:lvl6pPr>
            <a:lvl7pPr indent="-317500" lvl="6" marL="3200400">
              <a:lnSpc>
                <a:spcPct val="115000"/>
              </a:lnSpc>
              <a:spcBef>
                <a:spcPts val="1600"/>
              </a:spcBef>
              <a:spcAft>
                <a:spcPts val="0"/>
              </a:spcAft>
              <a:buClr>
                <a:schemeClr val="lt1"/>
              </a:buClr>
              <a:buSzPts val="1400"/>
              <a:buChar char="●"/>
              <a:defRPr>
                <a:solidFill>
                  <a:schemeClr val="lt1"/>
                </a:solidFill>
              </a:defRPr>
            </a:lvl7pPr>
            <a:lvl8pPr indent="-317500" lvl="7" marL="3657600">
              <a:lnSpc>
                <a:spcPct val="115000"/>
              </a:lnSpc>
              <a:spcBef>
                <a:spcPts val="1600"/>
              </a:spcBef>
              <a:spcAft>
                <a:spcPts val="0"/>
              </a:spcAft>
              <a:buClr>
                <a:schemeClr val="lt1"/>
              </a:buClr>
              <a:buSzPts val="1400"/>
              <a:buChar char="○"/>
              <a:defRPr>
                <a:solidFill>
                  <a:schemeClr val="lt1"/>
                </a:solidFill>
              </a:defRPr>
            </a:lvl8pPr>
            <a:lvl9pPr indent="-317500" lvl="8" marL="4114800">
              <a:lnSpc>
                <a:spcPct val="115000"/>
              </a:lnSpc>
              <a:spcBef>
                <a:spcPts val="1600"/>
              </a:spcBef>
              <a:spcAft>
                <a:spcPts val="1600"/>
              </a:spcAft>
              <a:buClr>
                <a:schemeClr val="lt1"/>
              </a:buClr>
              <a:buSzPts val="1400"/>
              <a:buChar char="■"/>
              <a:defRPr>
                <a:solidFill>
                  <a:schemeClr val="lt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76" name="Shape 76"/>
        <p:cNvGrpSpPr/>
        <p:nvPr/>
      </p:nvGrpSpPr>
      <p:grpSpPr>
        <a:xfrm>
          <a:off x="0" y="0"/>
          <a:ext cx="0" cy="0"/>
          <a:chOff x="0" y="0"/>
          <a:chExt cx="0" cy="0"/>
        </a:xfrm>
      </p:grpSpPr>
      <p:sp>
        <p:nvSpPr>
          <p:cNvPr id="77" name="Google Shape;77;p14"/>
          <p:cNvSpPr txBox="1"/>
          <p:nvPr/>
        </p:nvSpPr>
        <p:spPr>
          <a:xfrm>
            <a:off x="4105800" y="4764066"/>
            <a:ext cx="968400" cy="307800"/>
          </a:xfrm>
          <a:prstGeom prst="rect">
            <a:avLst/>
          </a:prstGeom>
          <a:noFill/>
          <a:ln>
            <a:noFill/>
          </a:ln>
        </p:spPr>
        <p:txBody>
          <a:bodyPr anchorCtr="0" anchor="ctr" bIns="19050" lIns="19050" spcFirstLastPara="1" rIns="19050" wrap="square" tIns="19050">
            <a:normAutofit/>
          </a:bodyPr>
          <a:lstStyle/>
          <a:p>
            <a:pPr indent="0" lvl="0" marL="0" marR="0" rtl="0" algn="ctr">
              <a:lnSpc>
                <a:spcPct val="80000"/>
              </a:lnSpc>
              <a:spcBef>
                <a:spcPts val="0"/>
              </a:spcBef>
              <a:spcAft>
                <a:spcPts val="0"/>
              </a:spcAft>
              <a:buClr>
                <a:srgbClr val="5E5E5E"/>
              </a:buClr>
              <a:buSzPts val="700"/>
              <a:buFont typeface="Arial"/>
              <a:buNone/>
            </a:pPr>
            <a:r>
              <a:rPr i="0" lang="ja" sz="800" u="none" cap="none" strike="noStrike">
                <a:solidFill>
                  <a:srgbClr val="FFFFFF"/>
                </a:solidFill>
              </a:rPr>
              <a:t>© 202</a:t>
            </a:r>
            <a:r>
              <a:rPr lang="ja" sz="800">
                <a:solidFill>
                  <a:srgbClr val="FFFFFF"/>
                </a:solidFill>
              </a:rPr>
              <a:t>5</a:t>
            </a:r>
            <a:r>
              <a:rPr i="0" lang="ja" sz="800" u="none" cap="none" strike="noStrike">
                <a:solidFill>
                  <a:srgbClr val="FFFFFF"/>
                </a:solidFill>
              </a:rPr>
              <a:t> Sun* Inc.</a:t>
            </a:r>
            <a:endParaRPr i="0" sz="800" u="none" cap="none" strike="noStrike">
              <a:solidFill>
                <a:srgbClr val="FFFFFF"/>
              </a:solidFill>
            </a:endParaRPr>
          </a:p>
        </p:txBody>
      </p:sp>
      <p:sp>
        <p:nvSpPr>
          <p:cNvPr id="78" name="Google Shape;78;p14"/>
          <p:cNvSpPr txBox="1"/>
          <p:nvPr/>
        </p:nvSpPr>
        <p:spPr>
          <a:xfrm>
            <a:off x="520950" y="1766820"/>
            <a:ext cx="4155600" cy="507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3300">
                <a:solidFill>
                  <a:srgbClr val="FFFFFF"/>
                </a:solidFill>
                <a:latin typeface="Helvetica Neue"/>
                <a:ea typeface="Helvetica Neue"/>
                <a:cs typeface="Helvetica Neue"/>
                <a:sym typeface="Helvetica Neue"/>
              </a:rPr>
              <a:t>Project </a:t>
            </a:r>
            <a:r>
              <a:rPr b="1" lang="ja" sz="3300">
                <a:solidFill>
                  <a:srgbClr val="FFFFFF"/>
                </a:solidFill>
                <a:latin typeface="Helvetica Neue"/>
                <a:ea typeface="Helvetica Neue"/>
                <a:cs typeface="Helvetica Neue"/>
                <a:sym typeface="Helvetica Neue"/>
              </a:rPr>
              <a:t>Insight</a:t>
            </a:r>
            <a:r>
              <a:rPr b="1" lang="ja" sz="3300">
                <a:solidFill>
                  <a:srgbClr val="FFFFFF"/>
                </a:solidFill>
                <a:latin typeface="Helvetica Neue"/>
                <a:ea typeface="Helvetica Neue"/>
                <a:cs typeface="Helvetica Neue"/>
                <a:sym typeface="Helvetica Neue"/>
              </a:rPr>
              <a:t> Deck</a:t>
            </a:r>
            <a:endParaRPr b="1" sz="3300">
              <a:solidFill>
                <a:srgbClr val="FFFFFF"/>
              </a:solidFill>
              <a:latin typeface="Helvetica Neue"/>
              <a:ea typeface="Helvetica Neue"/>
              <a:cs typeface="Helvetica Neue"/>
              <a:sym typeface="Helvetica Neue"/>
            </a:endParaRPr>
          </a:p>
        </p:txBody>
      </p:sp>
      <p:sp>
        <p:nvSpPr>
          <p:cNvPr id="79" name="Google Shape;79;p14"/>
          <p:cNvSpPr txBox="1"/>
          <p:nvPr/>
        </p:nvSpPr>
        <p:spPr>
          <a:xfrm>
            <a:off x="530475" y="2333198"/>
            <a:ext cx="2289600" cy="231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500">
                <a:solidFill>
                  <a:srgbClr val="FFFFFF"/>
                </a:solidFill>
                <a:latin typeface="Helvetica Neue"/>
                <a:ea typeface="Helvetica Neue"/>
                <a:cs typeface="Helvetica Neue"/>
                <a:sym typeface="Helvetica Neue"/>
              </a:rPr>
              <a:t>{Project name}</a:t>
            </a:r>
            <a:endParaRPr b="1" sz="1500">
              <a:solidFill>
                <a:srgbClr val="FFFFFF"/>
              </a:solidFill>
              <a:latin typeface="Helvetica Neue"/>
              <a:ea typeface="Helvetica Neue"/>
              <a:cs typeface="Helvetica Neue"/>
              <a:sym typeface="Helvetica Neue"/>
            </a:endParaRPr>
          </a:p>
        </p:txBody>
      </p:sp>
      <p:sp>
        <p:nvSpPr>
          <p:cNvPr id="80" name="Google Shape;80;p14"/>
          <p:cNvSpPr txBox="1"/>
          <p:nvPr/>
        </p:nvSpPr>
        <p:spPr>
          <a:xfrm>
            <a:off x="529305" y="2824113"/>
            <a:ext cx="6483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ja" sz="1200">
                <a:solidFill>
                  <a:srgbClr val="FFFFFF"/>
                </a:solidFill>
                <a:latin typeface="Helvetica Neue"/>
                <a:ea typeface="Helvetica Neue"/>
                <a:cs typeface="Helvetica Neue"/>
                <a:sym typeface="Helvetica Neue"/>
              </a:rPr>
              <a:t>2025.05</a:t>
            </a:r>
            <a:endParaRPr sz="1200">
              <a:solidFill>
                <a:srgbClr val="FFFFFF"/>
              </a:solidFill>
              <a:latin typeface="Helvetica Neue"/>
              <a:ea typeface="Helvetica Neue"/>
              <a:cs typeface="Helvetica Neue"/>
              <a:sym typeface="Helvetica Neue"/>
            </a:endParaRPr>
          </a:p>
        </p:txBody>
      </p:sp>
      <p:pic>
        <p:nvPicPr>
          <p:cNvPr id="81" name="Google Shape;81;p14"/>
          <p:cNvPicPr preferRelativeResize="0"/>
          <p:nvPr/>
        </p:nvPicPr>
        <p:blipFill>
          <a:blip r:embed="rId3">
            <a:alphaModFix/>
          </a:blip>
          <a:stretch>
            <a:fillRect/>
          </a:stretch>
        </p:blipFill>
        <p:spPr>
          <a:xfrm>
            <a:off x="566525" y="1188800"/>
            <a:ext cx="503875" cy="166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p:nvPr/>
        </p:nvSpPr>
        <p:spPr>
          <a:xfrm>
            <a:off x="278425" y="1062400"/>
            <a:ext cx="8595600" cy="3531600"/>
          </a:xfrm>
          <a:prstGeom prst="flowChartAlternateProcess">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5"/>
          <p:cNvSpPr/>
          <p:nvPr/>
        </p:nvSpPr>
        <p:spPr>
          <a:xfrm>
            <a:off x="1118125" y="1436950"/>
            <a:ext cx="2782500" cy="2782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5251800" y="1436950"/>
            <a:ext cx="2782500" cy="27825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5"/>
          <p:cNvPicPr preferRelativeResize="0"/>
          <p:nvPr/>
        </p:nvPicPr>
        <p:blipFill rotWithShape="1">
          <a:blip r:embed="rId3">
            <a:alphaModFix/>
          </a:blip>
          <a:srcRect b="0" l="0" r="0" t="0"/>
          <a:stretch/>
        </p:blipFill>
        <p:spPr>
          <a:xfrm>
            <a:off x="5949198" y="2583472"/>
            <a:ext cx="1476875" cy="489450"/>
          </a:xfrm>
          <a:prstGeom prst="rect">
            <a:avLst/>
          </a:prstGeom>
          <a:noFill/>
          <a:ln>
            <a:noFill/>
          </a:ln>
        </p:spPr>
      </p:pic>
      <p:cxnSp>
        <p:nvCxnSpPr>
          <p:cNvPr id="90" name="Google Shape;90;p15"/>
          <p:cNvCxnSpPr/>
          <p:nvPr/>
        </p:nvCxnSpPr>
        <p:spPr>
          <a:xfrm flipH="1">
            <a:off x="4222075" y="2474050"/>
            <a:ext cx="708300" cy="708300"/>
          </a:xfrm>
          <a:prstGeom prst="straightConnector1">
            <a:avLst/>
          </a:prstGeom>
          <a:noFill/>
          <a:ln cap="flat" cmpd="sng" w="9525">
            <a:solidFill>
              <a:srgbClr val="B7B7B7"/>
            </a:solidFill>
            <a:prstDash val="solid"/>
            <a:round/>
            <a:headEnd len="med" w="med" type="none"/>
            <a:tailEnd len="med" w="med" type="none"/>
          </a:ln>
        </p:spPr>
      </p:cxnSp>
      <p:cxnSp>
        <p:nvCxnSpPr>
          <p:cNvPr id="91" name="Google Shape;91;p15"/>
          <p:cNvCxnSpPr/>
          <p:nvPr/>
        </p:nvCxnSpPr>
        <p:spPr>
          <a:xfrm>
            <a:off x="4222075" y="2474050"/>
            <a:ext cx="708300" cy="708300"/>
          </a:xfrm>
          <a:prstGeom prst="straightConnector1">
            <a:avLst/>
          </a:prstGeom>
          <a:noFill/>
          <a:ln cap="flat" cmpd="sng" w="9525">
            <a:solidFill>
              <a:srgbClr val="B7B7B7"/>
            </a:solidFill>
            <a:prstDash val="solid"/>
            <a:round/>
            <a:headEnd len="med" w="med" type="none"/>
            <a:tailEnd len="med" w="med" type="none"/>
          </a:ln>
        </p:spPr>
      </p:cxnSp>
      <p:pic>
        <p:nvPicPr>
          <p:cNvPr descr="Onion - Free food icons" id="92" name="Google Shape;92;p15"/>
          <p:cNvPicPr preferRelativeResize="0"/>
          <p:nvPr/>
        </p:nvPicPr>
        <p:blipFill>
          <a:blip r:embed="rId4">
            <a:alphaModFix/>
          </a:blip>
          <a:stretch>
            <a:fillRect/>
          </a:stretch>
        </p:blipFill>
        <p:spPr>
          <a:xfrm>
            <a:off x="1594988" y="1792825"/>
            <a:ext cx="1828800" cy="1828800"/>
          </a:xfrm>
          <a:prstGeom prst="roundRect">
            <a:avLst>
              <a:gd fmla="val 16667" name="adj"/>
            </a:avLst>
          </a:prstGeom>
          <a:noFill/>
          <a:ln>
            <a:noFill/>
          </a:ln>
        </p:spPr>
      </p:pic>
      <p:sp>
        <p:nvSpPr>
          <p:cNvPr id="93" name="Google Shape;93;p15"/>
          <p:cNvSpPr txBox="1"/>
          <p:nvPr/>
        </p:nvSpPr>
        <p:spPr>
          <a:xfrm>
            <a:off x="1873700" y="3527960"/>
            <a:ext cx="1271400" cy="48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800">
                <a:solidFill>
                  <a:schemeClr val="dk1"/>
                </a:solidFill>
                <a:latin typeface="Calibri"/>
                <a:ea typeface="Calibri"/>
                <a:cs typeface="Calibri"/>
                <a:sym typeface="Calibri"/>
              </a:rPr>
              <a:t>Onion.inc</a:t>
            </a:r>
            <a:endParaRPr b="1" sz="1800">
              <a:solidFill>
                <a:schemeClr val="dk1"/>
              </a:solidFill>
              <a:latin typeface="Calibri"/>
              <a:ea typeface="Calibri"/>
              <a:cs typeface="Calibri"/>
              <a:sym typeface="Calibri"/>
            </a:endParaRPr>
          </a:p>
        </p:txBody>
      </p:sp>
      <p:sp>
        <p:nvSpPr>
          <p:cNvPr id="94" name="Google Shape;94;p15"/>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Project Name</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6"/>
          <p:cNvSpPr/>
          <p:nvPr/>
        </p:nvSpPr>
        <p:spPr>
          <a:xfrm>
            <a:off x="331275" y="212850"/>
            <a:ext cx="8517600" cy="4717800"/>
          </a:xfrm>
          <a:prstGeom prst="roundRect">
            <a:avLst>
              <a:gd fmla="val 216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6"/>
          <p:cNvSpPr txBox="1"/>
          <p:nvPr>
            <p:ph idx="4294967295" type="title"/>
          </p:nvPr>
        </p:nvSpPr>
        <p:spPr>
          <a:xfrm>
            <a:off x="2657475" y="386800"/>
            <a:ext cx="3865200" cy="455700"/>
          </a:xfrm>
          <a:prstGeom prst="rect">
            <a:avLst/>
          </a:prstGeom>
          <a:noFill/>
          <a:ln>
            <a:noFill/>
          </a:ln>
        </p:spPr>
        <p:txBody>
          <a:bodyPr anchorCtr="0" anchor="ctr" bIns="90000" lIns="90000" spcFirstLastPara="1" rIns="91425" wrap="square" tIns="90000">
            <a:noAutofit/>
          </a:bodyPr>
          <a:lstStyle/>
          <a:p>
            <a:pPr indent="0" lvl="0" marL="0" rtl="0" algn="ctr">
              <a:spcBef>
                <a:spcPts val="0"/>
              </a:spcBef>
              <a:spcAft>
                <a:spcPts val="0"/>
              </a:spcAft>
              <a:buNone/>
            </a:pPr>
            <a:r>
              <a:rPr b="1" lang="ja" sz="1800">
                <a:solidFill>
                  <a:srgbClr val="3D3A39"/>
                </a:solidFill>
                <a:latin typeface="Noto Sans JP"/>
                <a:ea typeface="Noto Sans JP"/>
                <a:cs typeface="Noto Sans JP"/>
                <a:sym typeface="Noto Sans JP"/>
              </a:rPr>
              <a:t>このスライドの構成</a:t>
            </a:r>
            <a:endParaRPr b="1" sz="1800">
              <a:solidFill>
                <a:srgbClr val="3D3A39"/>
              </a:solidFill>
              <a:latin typeface="Noto Sans JP"/>
              <a:ea typeface="Noto Sans JP"/>
              <a:cs typeface="Noto Sans JP"/>
              <a:sym typeface="Noto Sans JP"/>
            </a:endParaRPr>
          </a:p>
        </p:txBody>
      </p:sp>
      <p:sp>
        <p:nvSpPr>
          <p:cNvPr id="101" name="Google Shape;101;p16"/>
          <p:cNvSpPr/>
          <p:nvPr/>
        </p:nvSpPr>
        <p:spPr>
          <a:xfrm>
            <a:off x="837225" y="1075575"/>
            <a:ext cx="3752700" cy="36123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txBox="1"/>
          <p:nvPr/>
        </p:nvSpPr>
        <p:spPr>
          <a:xfrm>
            <a:off x="1110425" y="1395125"/>
            <a:ext cx="3208200" cy="3216900"/>
          </a:xfrm>
          <a:prstGeom prst="rect">
            <a:avLst/>
          </a:prstGeom>
          <a:noFill/>
          <a:ln>
            <a:noFill/>
          </a:ln>
        </p:spPr>
        <p:txBody>
          <a:bodyPr anchorCtr="0" anchor="ctr" bIns="0" lIns="0" spcFirstLastPara="1" rIns="0" wrap="square" tIns="0">
            <a:spAutoFit/>
          </a:bodyPr>
          <a:lstStyle/>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メンバー紹介 Sun Asterisk</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メンバー紹介 お客様</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プロジェクトを取り巻くビジネスの状況</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プロジェクトを通して成し遂げること</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Project KPI</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マイルストーンに対する前提条件と制約事項</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マイルストーンと KPI</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開発体制</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開発プロセス</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プロセスアプローチと実行責任者</a:t>
            </a:r>
            <a:endParaRPr b="1" sz="1100">
              <a:solidFill>
                <a:schemeClr val="lt1"/>
              </a:solidFill>
              <a:latin typeface="Noto Sans JP"/>
              <a:ea typeface="Noto Sans JP"/>
              <a:cs typeface="Noto Sans JP"/>
              <a:sym typeface="Noto Sans JP"/>
            </a:endParaRPr>
          </a:p>
          <a:p>
            <a:pPr indent="-192250" lvl="0" marL="280800" rtl="0" algn="l">
              <a:lnSpc>
                <a:spcPct val="150000"/>
              </a:lnSpc>
              <a:spcBef>
                <a:spcPts val="0"/>
              </a:spcBef>
              <a:spcAft>
                <a:spcPts val="0"/>
              </a:spcAft>
              <a:buClr>
                <a:schemeClr val="lt1"/>
              </a:buClr>
              <a:buSzPts val="1100"/>
              <a:buFont typeface="Noto Sans JP"/>
              <a:buChar char="●"/>
            </a:pPr>
            <a:r>
              <a:rPr b="1" lang="ja" sz="1100">
                <a:solidFill>
                  <a:schemeClr val="lt1"/>
                </a:solidFill>
                <a:latin typeface="Noto Sans JP"/>
                <a:ea typeface="Noto Sans JP"/>
                <a:cs typeface="Noto Sans JP"/>
                <a:sym typeface="Noto Sans JP"/>
              </a:rPr>
              <a:t>チームでのコミュニケーションについて</a:t>
            </a:r>
            <a:endParaRPr b="1" sz="1100">
              <a:solidFill>
                <a:schemeClr val="lt1"/>
              </a:solidFill>
              <a:latin typeface="Noto Sans JP"/>
              <a:ea typeface="Noto Sans JP"/>
              <a:cs typeface="Noto Sans JP"/>
              <a:sym typeface="Noto Sans JP"/>
            </a:endParaRPr>
          </a:p>
          <a:p>
            <a:pPr indent="0" lvl="0" marL="457200" rtl="0" algn="l">
              <a:lnSpc>
                <a:spcPct val="150000"/>
              </a:lnSpc>
              <a:spcBef>
                <a:spcPts val="0"/>
              </a:spcBef>
              <a:spcAft>
                <a:spcPts val="0"/>
              </a:spcAft>
              <a:buNone/>
            </a:pPr>
            <a:r>
              <a:t/>
            </a:r>
            <a:endParaRPr b="1" sz="1100">
              <a:solidFill>
                <a:schemeClr val="lt1"/>
              </a:solidFill>
              <a:latin typeface="Noto Sans JP"/>
              <a:ea typeface="Noto Sans JP"/>
              <a:cs typeface="Noto Sans JP"/>
              <a:sym typeface="Noto Sans JP"/>
            </a:endParaRPr>
          </a:p>
          <a:p>
            <a:pPr indent="0" lvl="0" marL="0" rtl="0" algn="l">
              <a:lnSpc>
                <a:spcPct val="150000"/>
              </a:lnSpc>
              <a:spcBef>
                <a:spcPts val="0"/>
              </a:spcBef>
              <a:spcAft>
                <a:spcPts val="0"/>
              </a:spcAft>
              <a:buNone/>
            </a:pPr>
            <a:r>
              <a:rPr b="1" lang="ja" sz="1100">
                <a:solidFill>
                  <a:schemeClr val="lt1"/>
                </a:solidFill>
                <a:latin typeface="Noto Sans JP"/>
                <a:ea typeface="Noto Sans JP"/>
                <a:cs typeface="Noto Sans JP"/>
                <a:sym typeface="Noto Sans JP"/>
              </a:rPr>
              <a:t>etc</a:t>
            </a:r>
            <a:r>
              <a:rPr b="1" lang="ja" sz="1100">
                <a:solidFill>
                  <a:schemeClr val="lt1"/>
                </a:solidFill>
                <a:latin typeface="Noto Sans JP"/>
                <a:ea typeface="Noto Sans JP"/>
                <a:cs typeface="Noto Sans JP"/>
                <a:sym typeface="Noto Sans JP"/>
              </a:rPr>
              <a:t>.</a:t>
            </a:r>
            <a:endParaRPr b="1" sz="1100">
              <a:solidFill>
                <a:schemeClr val="lt1"/>
              </a:solidFill>
              <a:latin typeface="Noto Sans JP"/>
              <a:ea typeface="Noto Sans JP"/>
              <a:cs typeface="Noto Sans JP"/>
              <a:sym typeface="Noto Sans JP"/>
            </a:endParaRPr>
          </a:p>
        </p:txBody>
      </p:sp>
      <p:sp>
        <p:nvSpPr>
          <p:cNvPr id="103" name="Google Shape;103;p16"/>
          <p:cNvSpPr txBox="1"/>
          <p:nvPr/>
        </p:nvSpPr>
        <p:spPr>
          <a:xfrm>
            <a:off x="5132025" y="4258725"/>
            <a:ext cx="3564000" cy="297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900">
                <a:solidFill>
                  <a:srgbClr val="666666"/>
                </a:solidFill>
                <a:latin typeface="Noto Sans JP"/>
                <a:ea typeface="Noto Sans JP"/>
                <a:cs typeface="Noto Sans JP"/>
                <a:sym typeface="Noto Sans JP"/>
              </a:rPr>
              <a:t>クライアントとのコミュニケーションにおいて</a:t>
            </a:r>
            <a:endParaRPr sz="9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900">
                <a:solidFill>
                  <a:srgbClr val="666666"/>
                </a:solidFill>
                <a:latin typeface="Noto Sans JP"/>
                <a:ea typeface="Noto Sans JP"/>
                <a:cs typeface="Noto Sans JP"/>
                <a:sym typeface="Noto Sans JP"/>
              </a:rPr>
              <a:t>必要なシーンに合わせて議題を選定し、利用することができます</a:t>
            </a:r>
            <a:endParaRPr sz="900">
              <a:solidFill>
                <a:srgbClr val="666666"/>
              </a:solidFill>
              <a:latin typeface="Noto Sans JP"/>
              <a:ea typeface="Noto Sans JP"/>
              <a:cs typeface="Noto Sans JP"/>
              <a:sym typeface="Noto Sans JP"/>
            </a:endParaRPr>
          </a:p>
        </p:txBody>
      </p:sp>
      <p:sp>
        <p:nvSpPr>
          <p:cNvPr id="104" name="Google Shape;104;p16"/>
          <p:cNvSpPr/>
          <p:nvPr/>
        </p:nvSpPr>
        <p:spPr>
          <a:xfrm rot="-1207">
            <a:off x="1859925" y="955776"/>
            <a:ext cx="1709100" cy="231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Project Insight Deck の内容</a:t>
            </a:r>
            <a:endParaRPr sz="800">
              <a:solidFill>
                <a:srgbClr val="FFFFFF"/>
              </a:solidFill>
              <a:latin typeface="Epilogue SemiBold"/>
              <a:ea typeface="Epilogue SemiBold"/>
              <a:cs typeface="Epilogue SemiBold"/>
              <a:sym typeface="Epilogue SemiBold"/>
            </a:endParaRPr>
          </a:p>
        </p:txBody>
      </p:sp>
      <p:sp>
        <p:nvSpPr>
          <p:cNvPr id="105" name="Google Shape;105;p16"/>
          <p:cNvSpPr/>
          <p:nvPr/>
        </p:nvSpPr>
        <p:spPr>
          <a:xfrm>
            <a:off x="4911225" y="1075575"/>
            <a:ext cx="3564000" cy="1112400"/>
          </a:xfrm>
          <a:prstGeom prst="roundRect">
            <a:avLst>
              <a:gd fmla="val 5603" name="adj"/>
            </a:avLst>
          </a:prstGeom>
          <a:solidFill>
            <a:schemeClr val="lt2"/>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txBox="1"/>
          <p:nvPr/>
        </p:nvSpPr>
        <p:spPr>
          <a:xfrm>
            <a:off x="5182525" y="1589375"/>
            <a:ext cx="2970000" cy="384900"/>
          </a:xfrm>
          <a:prstGeom prst="rect">
            <a:avLst/>
          </a:prstGeom>
          <a:noFill/>
          <a:ln>
            <a:noFill/>
          </a:ln>
        </p:spPr>
        <p:txBody>
          <a:bodyPr anchorCtr="0" anchor="ctr" bIns="0" lIns="0" spcFirstLastPara="1" rIns="0" wrap="square" tIns="0">
            <a:spAutoFit/>
          </a:bodyPr>
          <a:lstStyle/>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メンバー紹介</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プロジェクトを取り巻くビジネスの状況</a:t>
            </a:r>
            <a:endParaRPr b="1" sz="1000">
              <a:solidFill>
                <a:schemeClr val="lt1"/>
              </a:solidFill>
              <a:latin typeface="Noto Sans JP"/>
              <a:ea typeface="Noto Sans JP"/>
              <a:cs typeface="Noto Sans JP"/>
              <a:sym typeface="Noto Sans JP"/>
            </a:endParaRPr>
          </a:p>
        </p:txBody>
      </p:sp>
      <p:sp>
        <p:nvSpPr>
          <p:cNvPr id="107" name="Google Shape;107;p16"/>
          <p:cNvSpPr/>
          <p:nvPr/>
        </p:nvSpPr>
        <p:spPr>
          <a:xfrm rot="-1207">
            <a:off x="5882925" y="955776"/>
            <a:ext cx="1709100" cy="231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Meet and Greet の議題</a:t>
            </a:r>
            <a:endParaRPr sz="800">
              <a:solidFill>
                <a:srgbClr val="FFFFFF"/>
              </a:solidFill>
              <a:latin typeface="Epilogue SemiBold"/>
              <a:ea typeface="Epilogue SemiBold"/>
              <a:cs typeface="Epilogue SemiBold"/>
              <a:sym typeface="Epilogue SemiBold"/>
            </a:endParaRPr>
          </a:p>
        </p:txBody>
      </p:sp>
      <p:sp>
        <p:nvSpPr>
          <p:cNvPr id="108" name="Google Shape;108;p16"/>
          <p:cNvSpPr/>
          <p:nvPr/>
        </p:nvSpPr>
        <p:spPr>
          <a:xfrm>
            <a:off x="4911325" y="2496650"/>
            <a:ext cx="3564000" cy="1704600"/>
          </a:xfrm>
          <a:prstGeom prst="roundRect">
            <a:avLst>
              <a:gd fmla="val 5603" name="adj"/>
            </a:avLst>
          </a:prstGeom>
          <a:solidFill>
            <a:schemeClr val="lt2"/>
          </a:solidFill>
          <a:ln cap="flat" cmpd="sng" w="9525">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rot="-1207">
            <a:off x="5924325" y="2376876"/>
            <a:ext cx="1709100" cy="231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PJ Kick Off</a:t>
            </a:r>
            <a:r>
              <a:rPr lang="ja" sz="800">
                <a:solidFill>
                  <a:srgbClr val="FFFFFF"/>
                </a:solidFill>
                <a:latin typeface="Epilogue SemiBold"/>
                <a:ea typeface="Epilogue SemiBold"/>
                <a:cs typeface="Epilogue SemiBold"/>
                <a:sym typeface="Epilogue SemiBold"/>
              </a:rPr>
              <a:t> の議題</a:t>
            </a:r>
            <a:endParaRPr sz="800">
              <a:solidFill>
                <a:srgbClr val="FFFFFF"/>
              </a:solidFill>
              <a:latin typeface="Epilogue SemiBold"/>
              <a:ea typeface="Epilogue SemiBold"/>
              <a:cs typeface="Epilogue SemiBold"/>
              <a:sym typeface="Epilogue SemiBold"/>
            </a:endParaRPr>
          </a:p>
        </p:txBody>
      </p:sp>
      <p:cxnSp>
        <p:nvCxnSpPr>
          <p:cNvPr id="110" name="Google Shape;110;p16"/>
          <p:cNvCxnSpPr>
            <a:stCxn id="101" idx="3"/>
            <a:endCxn id="108" idx="1"/>
          </p:cNvCxnSpPr>
          <p:nvPr/>
        </p:nvCxnSpPr>
        <p:spPr>
          <a:xfrm>
            <a:off x="4589925" y="2881725"/>
            <a:ext cx="321300" cy="467100"/>
          </a:xfrm>
          <a:prstGeom prst="curvedConnector3">
            <a:avLst>
              <a:gd fmla="val 50016" name="adj1"/>
            </a:avLst>
          </a:prstGeom>
          <a:noFill/>
          <a:ln cap="flat" cmpd="sng" w="9525">
            <a:solidFill>
              <a:schemeClr val="lt1"/>
            </a:solidFill>
            <a:prstDash val="dot"/>
            <a:round/>
            <a:headEnd len="med" w="med" type="none"/>
            <a:tailEnd len="med" w="med" type="triangle"/>
          </a:ln>
        </p:spPr>
      </p:cxnSp>
      <p:cxnSp>
        <p:nvCxnSpPr>
          <p:cNvPr id="111" name="Google Shape;111;p16"/>
          <p:cNvCxnSpPr>
            <a:stCxn id="101" idx="3"/>
            <a:endCxn id="105" idx="1"/>
          </p:cNvCxnSpPr>
          <p:nvPr/>
        </p:nvCxnSpPr>
        <p:spPr>
          <a:xfrm flipH="1" rot="10800000">
            <a:off x="4589925" y="1631925"/>
            <a:ext cx="321300" cy="1249800"/>
          </a:xfrm>
          <a:prstGeom prst="curvedConnector3">
            <a:avLst>
              <a:gd fmla="val 50000" name="adj1"/>
            </a:avLst>
          </a:prstGeom>
          <a:noFill/>
          <a:ln cap="flat" cmpd="sng" w="9525">
            <a:solidFill>
              <a:schemeClr val="lt1"/>
            </a:solidFill>
            <a:prstDash val="dot"/>
            <a:round/>
            <a:headEnd len="med" w="med" type="none"/>
            <a:tailEnd len="med" w="med" type="triangle"/>
          </a:ln>
        </p:spPr>
      </p:cxnSp>
      <p:sp>
        <p:nvSpPr>
          <p:cNvPr id="112" name="Google Shape;112;p16"/>
          <p:cNvSpPr/>
          <p:nvPr/>
        </p:nvSpPr>
        <p:spPr>
          <a:xfrm>
            <a:off x="182400" y="479650"/>
            <a:ext cx="1044000" cy="270000"/>
          </a:xfrm>
          <a:prstGeom prst="roundRect">
            <a:avLst>
              <a:gd fmla="val 1041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solidFill>
                  <a:schemeClr val="dk1"/>
                </a:solidFill>
                <a:latin typeface="Calibri"/>
                <a:ea typeface="Calibri"/>
                <a:cs typeface="Calibri"/>
                <a:sym typeface="Calibri"/>
              </a:rPr>
              <a:t>Guidance</a:t>
            </a:r>
            <a:endParaRPr b="1" sz="1200">
              <a:solidFill>
                <a:schemeClr val="dk1"/>
              </a:solidFill>
              <a:latin typeface="Calibri"/>
              <a:ea typeface="Calibri"/>
              <a:cs typeface="Calibri"/>
              <a:sym typeface="Calibri"/>
            </a:endParaRPr>
          </a:p>
        </p:txBody>
      </p:sp>
      <p:sp>
        <p:nvSpPr>
          <p:cNvPr id="113" name="Google Shape;113;p16"/>
          <p:cNvSpPr txBox="1"/>
          <p:nvPr/>
        </p:nvSpPr>
        <p:spPr>
          <a:xfrm>
            <a:off x="5403325" y="1318925"/>
            <a:ext cx="2747400" cy="138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ja" sz="900">
                <a:solidFill>
                  <a:srgbClr val="666666"/>
                </a:solidFill>
                <a:latin typeface="Noto Sans JP"/>
                <a:ea typeface="Noto Sans JP"/>
                <a:cs typeface="Noto Sans JP"/>
                <a:sym typeface="Noto Sans JP"/>
              </a:rPr>
              <a:t>顔合わせで利用するコンテンツを選んで記載</a:t>
            </a:r>
            <a:endParaRPr sz="900">
              <a:solidFill>
                <a:srgbClr val="666666"/>
              </a:solidFill>
              <a:latin typeface="Noto Sans JP"/>
              <a:ea typeface="Noto Sans JP"/>
              <a:cs typeface="Noto Sans JP"/>
              <a:sym typeface="Noto Sans JP"/>
            </a:endParaRPr>
          </a:p>
        </p:txBody>
      </p:sp>
      <p:sp>
        <p:nvSpPr>
          <p:cNvPr id="114" name="Google Shape;114;p16"/>
          <p:cNvSpPr txBox="1"/>
          <p:nvPr/>
        </p:nvSpPr>
        <p:spPr>
          <a:xfrm>
            <a:off x="5403325" y="2761600"/>
            <a:ext cx="2747400" cy="1386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lang="ja" sz="900">
                <a:solidFill>
                  <a:srgbClr val="666666"/>
                </a:solidFill>
                <a:latin typeface="Noto Sans JP"/>
                <a:ea typeface="Noto Sans JP"/>
                <a:cs typeface="Noto Sans JP"/>
                <a:sym typeface="Noto Sans JP"/>
              </a:rPr>
              <a:t>Kickoff で利用するコンテンツを選んで記載</a:t>
            </a:r>
            <a:endParaRPr sz="900">
              <a:solidFill>
                <a:srgbClr val="666666"/>
              </a:solidFill>
              <a:latin typeface="Noto Sans JP"/>
              <a:ea typeface="Noto Sans JP"/>
              <a:cs typeface="Noto Sans JP"/>
              <a:sym typeface="Noto Sans JP"/>
            </a:endParaRPr>
          </a:p>
        </p:txBody>
      </p:sp>
      <p:sp>
        <p:nvSpPr>
          <p:cNvPr id="115" name="Google Shape;115;p16"/>
          <p:cNvSpPr txBox="1"/>
          <p:nvPr/>
        </p:nvSpPr>
        <p:spPr>
          <a:xfrm>
            <a:off x="5182525" y="3015650"/>
            <a:ext cx="2970000" cy="1077600"/>
          </a:xfrm>
          <a:prstGeom prst="rect">
            <a:avLst/>
          </a:prstGeom>
          <a:noFill/>
          <a:ln>
            <a:noFill/>
          </a:ln>
        </p:spPr>
        <p:txBody>
          <a:bodyPr anchorCtr="0" anchor="ctr" bIns="0" lIns="0" spcFirstLastPara="1" rIns="0" wrap="square" tIns="0">
            <a:spAutoFit/>
          </a:bodyPr>
          <a:lstStyle/>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プロジェクトを取り巻くビジネス状況</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マイルストーンに対する前提条件と制約事項</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マイルストーンと KPI</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開発体制</a:t>
            </a:r>
            <a:endParaRPr b="1" sz="1000">
              <a:solidFill>
                <a:schemeClr val="lt1"/>
              </a:solidFill>
              <a:latin typeface="Noto Sans JP"/>
              <a:ea typeface="Noto Sans JP"/>
              <a:cs typeface="Noto Sans JP"/>
              <a:sym typeface="Noto Sans JP"/>
            </a:endParaRPr>
          </a:p>
          <a:p>
            <a:pPr indent="-185900" lvl="0" marL="280800" rtl="0" algn="l">
              <a:lnSpc>
                <a:spcPct val="150000"/>
              </a:lnSpc>
              <a:spcBef>
                <a:spcPts val="0"/>
              </a:spcBef>
              <a:spcAft>
                <a:spcPts val="0"/>
              </a:spcAft>
              <a:buClr>
                <a:schemeClr val="lt1"/>
              </a:buClr>
              <a:buSzPts val="1000"/>
              <a:buFont typeface="Noto Sans JP"/>
              <a:buChar char="●"/>
            </a:pPr>
            <a:r>
              <a:rPr b="1" lang="ja" sz="1000">
                <a:solidFill>
                  <a:schemeClr val="lt1"/>
                </a:solidFill>
                <a:latin typeface="Noto Sans JP"/>
                <a:ea typeface="Noto Sans JP"/>
                <a:cs typeface="Noto Sans JP"/>
                <a:sym typeface="Noto Sans JP"/>
              </a:rPr>
              <a:t>チームでのコミュニケーションについて</a:t>
            </a:r>
            <a:endParaRPr b="1" sz="1000">
              <a:solidFill>
                <a:schemeClr val="lt1"/>
              </a:solidFill>
              <a:latin typeface="Noto Sans JP"/>
              <a:ea typeface="Noto Sans JP"/>
              <a:cs typeface="Noto Sans JP"/>
              <a:sym typeface="Noto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17"/>
          <p:cNvSpPr txBox="1"/>
          <p:nvPr>
            <p:ph type="title"/>
          </p:nvPr>
        </p:nvSpPr>
        <p:spPr>
          <a:xfrm>
            <a:off x="1070250" y="676000"/>
            <a:ext cx="2610300" cy="3078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1600"/>
              </a:spcAft>
              <a:buNone/>
            </a:pPr>
            <a:r>
              <a:rPr lang="ja">
                <a:latin typeface="Noto Sans JP"/>
                <a:ea typeface="Noto Sans JP"/>
                <a:cs typeface="Noto Sans JP"/>
                <a:sym typeface="Noto Sans JP"/>
              </a:rPr>
              <a:t>Meet and Greet</a:t>
            </a:r>
            <a:endParaRPr>
              <a:latin typeface="Noto Sans JP"/>
              <a:ea typeface="Noto Sans JP"/>
              <a:cs typeface="Noto Sans JP"/>
              <a:sym typeface="Noto Sans JP"/>
            </a:endParaRPr>
          </a:p>
        </p:txBody>
      </p:sp>
      <p:sp>
        <p:nvSpPr>
          <p:cNvPr id="121" name="Google Shape;121;p17"/>
          <p:cNvSpPr txBox="1"/>
          <p:nvPr>
            <p:ph idx="2" type="subTitle"/>
          </p:nvPr>
        </p:nvSpPr>
        <p:spPr>
          <a:xfrm flipH="1">
            <a:off x="1084775" y="1051195"/>
            <a:ext cx="2610300" cy="215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ja">
                <a:latin typeface="Noto Sans JP"/>
                <a:ea typeface="Noto Sans JP"/>
                <a:cs typeface="Noto Sans JP"/>
                <a:sym typeface="Noto Sans JP"/>
              </a:rPr>
              <a:t>AGENDA</a:t>
            </a:r>
            <a:endParaRPr>
              <a:latin typeface="Noto Sans JP"/>
              <a:ea typeface="Noto Sans JP"/>
              <a:cs typeface="Noto Sans JP"/>
              <a:sym typeface="Noto Sans JP"/>
            </a:endParaRPr>
          </a:p>
        </p:txBody>
      </p:sp>
      <p:sp>
        <p:nvSpPr>
          <p:cNvPr id="122" name="Google Shape;122;p17"/>
          <p:cNvSpPr txBox="1"/>
          <p:nvPr>
            <p:ph idx="1" type="body"/>
          </p:nvPr>
        </p:nvSpPr>
        <p:spPr>
          <a:xfrm>
            <a:off x="4461150" y="675990"/>
            <a:ext cx="4383000" cy="1511400"/>
          </a:xfrm>
          <a:prstGeom prst="rect">
            <a:avLst/>
          </a:prstGeom>
        </p:spPr>
        <p:txBody>
          <a:bodyPr anchorCtr="0" anchor="t" bIns="0" lIns="0" spcFirstLastPara="1" rIns="0" wrap="square" tIns="0">
            <a:spAutoFit/>
          </a:bodyPr>
          <a:lstStyle/>
          <a:p>
            <a:pPr indent="-304800" lvl="0" marL="457200" rtl="0" algn="l">
              <a:spcBef>
                <a:spcPts val="0"/>
              </a:spcBef>
              <a:spcAft>
                <a:spcPts val="0"/>
              </a:spcAft>
              <a:buSzPts val="1200"/>
              <a:buChar char="●"/>
            </a:pPr>
            <a:r>
              <a:rPr lang="ja"/>
              <a:t>メンバー紹介｜</a:t>
            </a:r>
            <a:r>
              <a:rPr b="0" lang="ja"/>
              <a:t>Sun Asterisk</a:t>
            </a:r>
            <a:endParaRPr/>
          </a:p>
          <a:p>
            <a:pPr indent="-304800" lvl="0" marL="457200" rtl="0" algn="l">
              <a:spcBef>
                <a:spcPts val="1000"/>
              </a:spcBef>
              <a:spcAft>
                <a:spcPts val="0"/>
              </a:spcAft>
              <a:buSzPts val="1200"/>
              <a:buChar char="●"/>
            </a:pPr>
            <a:r>
              <a:rPr lang="ja"/>
              <a:t>メンバー紹介｜</a:t>
            </a:r>
            <a:r>
              <a:rPr b="0" lang="ja"/>
              <a:t> {Client Company}</a:t>
            </a:r>
            <a:endParaRPr b="0"/>
          </a:p>
          <a:p>
            <a:pPr indent="-304800" lvl="0" marL="457200" rtl="0" algn="l">
              <a:spcBef>
                <a:spcPts val="1000"/>
              </a:spcBef>
              <a:spcAft>
                <a:spcPts val="0"/>
              </a:spcAft>
              <a:buSzPts val="1200"/>
              <a:buChar char="●"/>
            </a:pPr>
            <a:r>
              <a:rPr lang="ja"/>
              <a:t>プロジェクトを取り巻くビジネス状況</a:t>
            </a:r>
            <a:endParaRPr/>
          </a:p>
          <a:p>
            <a:pPr indent="-304800" lvl="0" marL="457200" rtl="0" algn="l">
              <a:spcBef>
                <a:spcPts val="1000"/>
              </a:spcBef>
              <a:spcAft>
                <a:spcPts val="1000"/>
              </a:spcAft>
              <a:buSzPts val="1200"/>
              <a:buChar char="●"/>
            </a:pPr>
            <a:r>
              <a:rPr lang="ja"/>
              <a:t>プロジェクトを通して成し遂げること</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18"/>
          <p:cNvSpPr txBox="1"/>
          <p:nvPr>
            <p:ph type="title"/>
          </p:nvPr>
        </p:nvSpPr>
        <p:spPr>
          <a:xfrm>
            <a:off x="1070250" y="676000"/>
            <a:ext cx="2610300" cy="303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ja">
                <a:latin typeface="Noto Sans JP"/>
                <a:ea typeface="Noto Sans JP"/>
                <a:cs typeface="Noto Sans JP"/>
                <a:sym typeface="Noto Sans JP"/>
              </a:rPr>
              <a:t>Project Kic</a:t>
            </a:r>
            <a:r>
              <a:rPr lang="ja">
                <a:latin typeface="Noto Sans JP"/>
                <a:ea typeface="Noto Sans JP"/>
                <a:cs typeface="Noto Sans JP"/>
                <a:sym typeface="Noto Sans JP"/>
              </a:rPr>
              <a:t>k</a:t>
            </a:r>
            <a:r>
              <a:rPr lang="ja">
                <a:latin typeface="Noto Sans JP"/>
                <a:ea typeface="Noto Sans JP"/>
                <a:cs typeface="Noto Sans JP"/>
                <a:sym typeface="Noto Sans JP"/>
              </a:rPr>
              <a:t>off</a:t>
            </a:r>
            <a:endParaRPr>
              <a:latin typeface="Noto Sans JP"/>
              <a:ea typeface="Noto Sans JP"/>
              <a:cs typeface="Noto Sans JP"/>
              <a:sym typeface="Noto Sans JP"/>
            </a:endParaRPr>
          </a:p>
        </p:txBody>
      </p:sp>
      <p:sp>
        <p:nvSpPr>
          <p:cNvPr id="128" name="Google Shape;128;p18"/>
          <p:cNvSpPr txBox="1"/>
          <p:nvPr>
            <p:ph idx="1" type="body"/>
          </p:nvPr>
        </p:nvSpPr>
        <p:spPr>
          <a:xfrm>
            <a:off x="4461150" y="675990"/>
            <a:ext cx="4383000" cy="3638700"/>
          </a:xfrm>
          <a:prstGeom prst="rect">
            <a:avLst/>
          </a:prstGeom>
        </p:spPr>
        <p:txBody>
          <a:bodyPr anchorCtr="0" anchor="t" bIns="0" lIns="0" spcFirstLastPara="1" rIns="0" wrap="square" tIns="0">
            <a:spAutoFit/>
          </a:bodyPr>
          <a:lstStyle/>
          <a:p>
            <a:pPr indent="-304800" lvl="0" marL="457200" rtl="0" algn="l">
              <a:lnSpc>
                <a:spcPct val="170000"/>
              </a:lnSpc>
              <a:spcBef>
                <a:spcPts val="0"/>
              </a:spcBef>
              <a:spcAft>
                <a:spcPts val="0"/>
              </a:spcAft>
              <a:buSzPts val="1200"/>
              <a:buChar char="●"/>
            </a:pPr>
            <a:r>
              <a:rPr lang="ja"/>
              <a:t>Project KPI</a:t>
            </a:r>
            <a:endParaRPr/>
          </a:p>
          <a:p>
            <a:pPr indent="-304800" lvl="0" marL="457200" rtl="0" algn="l">
              <a:lnSpc>
                <a:spcPct val="170000"/>
              </a:lnSpc>
              <a:spcBef>
                <a:spcPts val="0"/>
              </a:spcBef>
              <a:spcAft>
                <a:spcPts val="0"/>
              </a:spcAft>
              <a:buSzPts val="1200"/>
              <a:buChar char="●"/>
            </a:pPr>
            <a:r>
              <a:rPr lang="ja"/>
              <a:t>マイルストーンに対する前提条件と制約事項</a:t>
            </a:r>
            <a:endParaRPr/>
          </a:p>
          <a:p>
            <a:pPr indent="-304800" lvl="0" marL="457200" rtl="0" algn="l">
              <a:lnSpc>
                <a:spcPct val="170000"/>
              </a:lnSpc>
              <a:spcBef>
                <a:spcPts val="0"/>
              </a:spcBef>
              <a:spcAft>
                <a:spcPts val="0"/>
              </a:spcAft>
              <a:buSzPts val="1200"/>
              <a:buChar char="●"/>
            </a:pPr>
            <a:r>
              <a:rPr lang="ja"/>
              <a:t>マイルストーンと KPI</a:t>
            </a:r>
            <a:endParaRPr/>
          </a:p>
          <a:p>
            <a:pPr indent="-304800" lvl="0" marL="457200" rtl="0" algn="l">
              <a:lnSpc>
                <a:spcPct val="170000"/>
              </a:lnSpc>
              <a:spcBef>
                <a:spcPts val="0"/>
              </a:spcBef>
              <a:spcAft>
                <a:spcPts val="0"/>
              </a:spcAft>
              <a:buSzPts val="1200"/>
              <a:buChar char="●"/>
            </a:pPr>
            <a:r>
              <a:rPr lang="ja"/>
              <a:t>開発体制</a:t>
            </a:r>
            <a:endParaRPr/>
          </a:p>
          <a:p>
            <a:pPr indent="-304800" lvl="0" marL="457200" rtl="0" algn="l">
              <a:lnSpc>
                <a:spcPct val="170000"/>
              </a:lnSpc>
              <a:spcBef>
                <a:spcPts val="0"/>
              </a:spcBef>
              <a:spcAft>
                <a:spcPts val="0"/>
              </a:spcAft>
              <a:buSzPts val="1200"/>
              <a:buChar char="●"/>
            </a:pPr>
            <a:r>
              <a:rPr lang="ja"/>
              <a:t>開発プロセス</a:t>
            </a:r>
            <a:endParaRPr/>
          </a:p>
          <a:p>
            <a:pPr indent="-304800" lvl="0" marL="457200" rtl="0" algn="l">
              <a:lnSpc>
                <a:spcPct val="170000"/>
              </a:lnSpc>
              <a:spcBef>
                <a:spcPts val="0"/>
              </a:spcBef>
              <a:spcAft>
                <a:spcPts val="0"/>
              </a:spcAft>
              <a:buSzPts val="1200"/>
              <a:buChar char="●"/>
            </a:pPr>
            <a:r>
              <a:rPr lang="ja"/>
              <a:t>プロセスアプローチと実行責任者</a:t>
            </a:r>
            <a:endParaRPr/>
          </a:p>
          <a:p>
            <a:pPr indent="-304800" lvl="0" marL="457200" rtl="0" algn="l">
              <a:lnSpc>
                <a:spcPct val="170000"/>
              </a:lnSpc>
              <a:spcBef>
                <a:spcPts val="0"/>
              </a:spcBef>
              <a:spcAft>
                <a:spcPts val="0"/>
              </a:spcAft>
              <a:buSzPts val="1200"/>
              <a:buChar char="●"/>
            </a:pPr>
            <a:r>
              <a:rPr lang="ja"/>
              <a:t>チームでのコミュニケーションについて</a:t>
            </a:r>
            <a:endParaRPr/>
          </a:p>
          <a:p>
            <a:pPr indent="-304800" lvl="0" marL="457200" rtl="0" algn="l">
              <a:lnSpc>
                <a:spcPct val="170000"/>
              </a:lnSpc>
              <a:spcBef>
                <a:spcPts val="0"/>
              </a:spcBef>
              <a:spcAft>
                <a:spcPts val="0"/>
              </a:spcAft>
              <a:buSzPts val="1200"/>
              <a:buChar char="●"/>
            </a:pPr>
            <a:r>
              <a:rPr lang="ja"/>
              <a:t>プロジェクトに求められる要求</a:t>
            </a:r>
            <a:endParaRPr/>
          </a:p>
          <a:p>
            <a:pPr indent="-304800" lvl="0" marL="457200" rtl="0" algn="l">
              <a:lnSpc>
                <a:spcPct val="170000"/>
              </a:lnSpc>
              <a:spcBef>
                <a:spcPts val="0"/>
              </a:spcBef>
              <a:spcAft>
                <a:spcPts val="0"/>
              </a:spcAft>
              <a:buSzPts val="1200"/>
              <a:buChar char="●"/>
            </a:pPr>
            <a:r>
              <a:rPr lang="ja"/>
              <a:t>トレードオフスライダー</a:t>
            </a:r>
            <a:endParaRPr/>
          </a:p>
          <a:p>
            <a:pPr indent="-304800" lvl="0" marL="457200" rtl="0" algn="l">
              <a:lnSpc>
                <a:spcPct val="170000"/>
              </a:lnSpc>
              <a:spcBef>
                <a:spcPts val="0"/>
              </a:spcBef>
              <a:spcAft>
                <a:spcPts val="0"/>
              </a:spcAft>
              <a:buSzPts val="1200"/>
              <a:buChar char="●"/>
            </a:pPr>
            <a:r>
              <a:rPr lang="ja"/>
              <a:t>Not To Do List （やらないことリスト）</a:t>
            </a:r>
            <a:endParaRPr/>
          </a:p>
          <a:p>
            <a:pPr indent="-304800" lvl="0" marL="457200" rtl="0" algn="l">
              <a:lnSpc>
                <a:spcPct val="170000"/>
              </a:lnSpc>
              <a:spcBef>
                <a:spcPts val="0"/>
              </a:spcBef>
              <a:spcAft>
                <a:spcPts val="0"/>
              </a:spcAft>
              <a:buSzPts val="1200"/>
              <a:buChar char="●"/>
            </a:pPr>
            <a:r>
              <a:rPr lang="ja"/>
              <a:t>システム構成</a:t>
            </a:r>
            <a:endParaRPr/>
          </a:p>
          <a:p>
            <a:pPr indent="-304800" lvl="0" marL="457200" rtl="0" algn="l">
              <a:lnSpc>
                <a:spcPct val="170000"/>
              </a:lnSpc>
              <a:spcBef>
                <a:spcPts val="0"/>
              </a:spcBef>
              <a:spcAft>
                <a:spcPts val="0"/>
              </a:spcAft>
              <a:buSzPts val="1200"/>
              <a:buChar char="●"/>
            </a:pPr>
            <a:r>
              <a:rPr lang="ja"/>
              <a:t>採用技術</a:t>
            </a:r>
            <a:endParaRPr/>
          </a:p>
        </p:txBody>
      </p:sp>
      <p:sp>
        <p:nvSpPr>
          <p:cNvPr id="129" name="Google Shape;129;p18"/>
          <p:cNvSpPr txBox="1"/>
          <p:nvPr>
            <p:ph idx="2" type="subTitle"/>
          </p:nvPr>
        </p:nvSpPr>
        <p:spPr>
          <a:xfrm flipH="1">
            <a:off x="1084775" y="1051195"/>
            <a:ext cx="2610300" cy="215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ja">
                <a:latin typeface="Noto Sans JP"/>
                <a:ea typeface="Noto Sans JP"/>
                <a:cs typeface="Noto Sans JP"/>
                <a:sym typeface="Noto Sans JP"/>
              </a:rPr>
              <a:t>AGENDA</a:t>
            </a:r>
            <a:endParaRPr>
              <a:latin typeface="Noto Sans JP"/>
              <a:ea typeface="Noto Sans JP"/>
              <a:cs typeface="Noto Sans JP"/>
              <a:sym typeface="Noto Sans J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ph type="title"/>
          </p:nvPr>
        </p:nvSpPr>
        <p:spPr>
          <a:xfrm>
            <a:off x="1188000" y="1800000"/>
            <a:ext cx="8520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t>Member Introduction</a:t>
            </a:r>
            <a:endParaRPr/>
          </a:p>
        </p:txBody>
      </p:sp>
      <p:sp>
        <p:nvSpPr>
          <p:cNvPr id="135" name="Google Shape;135;p19"/>
          <p:cNvSpPr txBox="1"/>
          <p:nvPr/>
        </p:nvSpPr>
        <p:spPr>
          <a:xfrm>
            <a:off x="1188000" y="2429238"/>
            <a:ext cx="1527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600">
                <a:solidFill>
                  <a:schemeClr val="lt1"/>
                </a:solidFill>
                <a:latin typeface="Noto Sans JP"/>
                <a:ea typeface="Noto Sans JP"/>
                <a:cs typeface="Noto Sans JP"/>
                <a:sym typeface="Noto Sans JP"/>
              </a:rPr>
              <a:t>Sun Asterisk</a:t>
            </a:r>
            <a:endParaRPr sz="16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9" name="Shape 139"/>
        <p:cNvGrpSpPr/>
        <p:nvPr/>
      </p:nvGrpSpPr>
      <p:grpSpPr>
        <a:xfrm>
          <a:off x="0" y="0"/>
          <a:ext cx="0" cy="0"/>
          <a:chOff x="0" y="0"/>
          <a:chExt cx="0" cy="0"/>
        </a:xfrm>
      </p:grpSpPr>
      <p:sp>
        <p:nvSpPr>
          <p:cNvPr id="140" name="Google Shape;140;p20"/>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Member Introduction</a:t>
            </a:r>
            <a:endParaRPr b="1"/>
          </a:p>
        </p:txBody>
      </p:sp>
      <p:sp>
        <p:nvSpPr>
          <p:cNvPr id="141" name="Google Shape;141;p20"/>
          <p:cNvSpPr/>
          <p:nvPr/>
        </p:nvSpPr>
        <p:spPr>
          <a:xfrm>
            <a:off x="450000" y="904172"/>
            <a:ext cx="2554500" cy="37662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txBox="1"/>
          <p:nvPr/>
        </p:nvSpPr>
        <p:spPr>
          <a:xfrm>
            <a:off x="657150" y="2697010"/>
            <a:ext cx="2196300" cy="3246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a:solidFill>
                  <a:srgbClr val="333333"/>
                </a:solidFill>
                <a:latin typeface="Zen Kaku Gothic New"/>
                <a:ea typeface="Zen Kaku Gothic New"/>
                <a:cs typeface="Zen Kaku Gothic New"/>
                <a:sym typeface="Zen Kaku Gothic New"/>
              </a:rPr>
              <a:t>レ・クアン・ヒエウ</a:t>
            </a:r>
            <a:r>
              <a:rPr lang="ja">
                <a:solidFill>
                  <a:schemeClr val="dk1"/>
                </a:solidFill>
                <a:highlight>
                  <a:srgbClr val="FFFFFF"/>
                </a:highlight>
                <a:latin typeface="Zen Kaku Gothic New"/>
                <a:ea typeface="Zen Kaku Gothic New"/>
                <a:cs typeface="Zen Kaku Gothic New"/>
                <a:sym typeface="Zen Kaku Gothic New"/>
              </a:rPr>
              <a:t> </a:t>
            </a:r>
            <a:endParaRPr b="1">
              <a:solidFill>
                <a:srgbClr val="333333"/>
              </a:solidFill>
              <a:latin typeface="Zen Kaku Gothic New"/>
              <a:ea typeface="Zen Kaku Gothic New"/>
              <a:cs typeface="Zen Kaku Gothic New"/>
              <a:sym typeface="Zen Kaku Gothic New"/>
            </a:endParaRPr>
          </a:p>
        </p:txBody>
      </p:sp>
      <p:sp>
        <p:nvSpPr>
          <p:cNvPr id="143" name="Google Shape;143;p20"/>
          <p:cNvSpPr txBox="1"/>
          <p:nvPr/>
        </p:nvSpPr>
        <p:spPr>
          <a:xfrm>
            <a:off x="657150" y="2986397"/>
            <a:ext cx="1725300" cy="1902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1000">
                <a:solidFill>
                  <a:srgbClr val="A3A9AC"/>
                </a:solidFill>
                <a:latin typeface="Zen Kaku Gothic New"/>
                <a:ea typeface="Zen Kaku Gothic New"/>
                <a:cs typeface="Zen Kaku Gothic New"/>
                <a:sym typeface="Zen Kaku Gothic New"/>
              </a:rPr>
              <a:t>Le Quang Hieu </a:t>
            </a:r>
            <a:endParaRPr b="1" sz="1000">
              <a:solidFill>
                <a:srgbClr val="A3A9AC"/>
              </a:solidFill>
              <a:latin typeface="Zen Kaku Gothic New"/>
              <a:ea typeface="Zen Kaku Gothic New"/>
              <a:cs typeface="Zen Kaku Gothic New"/>
              <a:sym typeface="Zen Kaku Gothic New"/>
            </a:endParaRPr>
          </a:p>
        </p:txBody>
      </p:sp>
      <p:sp>
        <p:nvSpPr>
          <p:cNvPr id="144" name="Google Shape;144;p20"/>
          <p:cNvSpPr txBox="1"/>
          <p:nvPr/>
        </p:nvSpPr>
        <p:spPr>
          <a:xfrm>
            <a:off x="657150" y="2520771"/>
            <a:ext cx="17253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434343"/>
                </a:solidFill>
                <a:latin typeface="Zen Kaku Gothic New"/>
                <a:ea typeface="Zen Kaku Gothic New"/>
                <a:cs typeface="Zen Kaku Gothic New"/>
                <a:sym typeface="Zen Kaku Gothic New"/>
              </a:rPr>
              <a:t>Web Designer</a:t>
            </a:r>
            <a:endParaRPr b="1" sz="900">
              <a:solidFill>
                <a:srgbClr val="434343"/>
              </a:solidFill>
              <a:latin typeface="Zen Kaku Gothic New"/>
              <a:ea typeface="Zen Kaku Gothic New"/>
              <a:cs typeface="Zen Kaku Gothic New"/>
              <a:sym typeface="Zen Kaku Gothic New"/>
            </a:endParaRPr>
          </a:p>
        </p:txBody>
      </p:sp>
      <p:sp>
        <p:nvSpPr>
          <p:cNvPr id="145" name="Google Shape;145;p20"/>
          <p:cNvSpPr txBox="1"/>
          <p:nvPr/>
        </p:nvSpPr>
        <p:spPr>
          <a:xfrm>
            <a:off x="657150" y="3798422"/>
            <a:ext cx="2140200" cy="8067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I’ve worked in the insurance industry for 5 years. I’m so glad to support this project.</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Clr>
                <a:schemeClr val="dk1"/>
              </a:buClr>
              <a:buSzPts val="1100"/>
              <a:buFont typeface="Arial"/>
              <a:buNone/>
            </a:pPr>
            <a:r>
              <a:rPr lang="ja" sz="800">
                <a:solidFill>
                  <a:srgbClr val="4D4D4D"/>
                </a:solidFill>
                <a:latin typeface="Noto Sans JP"/>
                <a:ea typeface="Noto Sans JP"/>
                <a:cs typeface="Noto Sans JP"/>
                <a:sym typeface="Noto Sans JP"/>
              </a:rPr>
              <a:t>I’m eager to collaborate with the team and help lead the project to success.</a:t>
            </a:r>
            <a:endParaRPr sz="800">
              <a:solidFill>
                <a:srgbClr val="4D4D4D"/>
              </a:solidFill>
              <a:latin typeface="Noto Sans JP"/>
              <a:ea typeface="Noto Sans JP"/>
              <a:cs typeface="Noto Sans JP"/>
              <a:sym typeface="Noto Sans JP"/>
            </a:endParaRPr>
          </a:p>
        </p:txBody>
      </p:sp>
      <p:pic>
        <p:nvPicPr>
          <p:cNvPr id="146" name="Google Shape;146;p20"/>
          <p:cNvPicPr preferRelativeResize="0"/>
          <p:nvPr/>
        </p:nvPicPr>
        <p:blipFill rotWithShape="1">
          <a:blip r:embed="rId3">
            <a:alphaModFix/>
          </a:blip>
          <a:srcRect b="8747" l="0" r="0" t="8738"/>
          <a:stretch/>
        </p:blipFill>
        <p:spPr>
          <a:xfrm>
            <a:off x="657150" y="1077872"/>
            <a:ext cx="2140200" cy="1324500"/>
          </a:xfrm>
          <a:prstGeom prst="roundRect">
            <a:avLst>
              <a:gd fmla="val 4525" name="adj"/>
            </a:avLst>
          </a:prstGeom>
          <a:noFill/>
          <a:ln>
            <a:noFill/>
          </a:ln>
        </p:spPr>
      </p:pic>
      <p:sp>
        <p:nvSpPr>
          <p:cNvPr id="147" name="Google Shape;147;p20"/>
          <p:cNvSpPr/>
          <p:nvPr/>
        </p:nvSpPr>
        <p:spPr>
          <a:xfrm>
            <a:off x="7650000" y="400875"/>
            <a:ext cx="1044000" cy="2700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Sun Asterisk</a:t>
            </a:r>
            <a:endParaRPr b="1" sz="1100">
              <a:solidFill>
                <a:srgbClr val="FFFFFF"/>
              </a:solidFill>
              <a:latin typeface="Zen Kaku Gothic New"/>
              <a:ea typeface="Zen Kaku Gothic New"/>
              <a:cs typeface="Zen Kaku Gothic New"/>
              <a:sym typeface="Zen Kaku Gothic New"/>
            </a:endParaRPr>
          </a:p>
        </p:txBody>
      </p:sp>
      <p:sp>
        <p:nvSpPr>
          <p:cNvPr id="148" name="Google Shape;148;p20"/>
          <p:cNvSpPr/>
          <p:nvPr/>
        </p:nvSpPr>
        <p:spPr>
          <a:xfrm>
            <a:off x="657150"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Ruby</a:t>
            </a:r>
            <a:endParaRPr b="1" sz="800">
              <a:solidFill>
                <a:srgbClr val="434343"/>
              </a:solidFill>
              <a:latin typeface="Zen Kaku Gothic New"/>
              <a:ea typeface="Zen Kaku Gothic New"/>
              <a:cs typeface="Zen Kaku Gothic New"/>
              <a:sym typeface="Zen Kaku Gothic New"/>
            </a:endParaRPr>
          </a:p>
        </p:txBody>
      </p:sp>
      <p:sp>
        <p:nvSpPr>
          <p:cNvPr id="149" name="Google Shape;149;p20"/>
          <p:cNvSpPr/>
          <p:nvPr/>
        </p:nvSpPr>
        <p:spPr>
          <a:xfrm>
            <a:off x="1753359"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Andorid</a:t>
            </a:r>
            <a:endParaRPr b="1" sz="800">
              <a:solidFill>
                <a:srgbClr val="434343"/>
              </a:solidFill>
              <a:latin typeface="Zen Kaku Gothic New"/>
              <a:ea typeface="Zen Kaku Gothic New"/>
              <a:cs typeface="Zen Kaku Gothic New"/>
              <a:sym typeface="Zen Kaku Gothic New"/>
            </a:endParaRPr>
          </a:p>
        </p:txBody>
      </p:sp>
      <p:sp>
        <p:nvSpPr>
          <p:cNvPr id="150" name="Google Shape;150;p20"/>
          <p:cNvSpPr/>
          <p:nvPr/>
        </p:nvSpPr>
        <p:spPr>
          <a:xfrm>
            <a:off x="65715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AWS</a:t>
            </a:r>
            <a:endParaRPr b="1" sz="800">
              <a:solidFill>
                <a:srgbClr val="434343"/>
              </a:solidFill>
              <a:latin typeface="Zen Kaku Gothic New"/>
              <a:ea typeface="Zen Kaku Gothic New"/>
              <a:cs typeface="Zen Kaku Gothic New"/>
              <a:sym typeface="Zen Kaku Gothic New"/>
            </a:endParaRPr>
          </a:p>
        </p:txBody>
      </p:sp>
      <p:sp>
        <p:nvSpPr>
          <p:cNvPr id="151" name="Google Shape;151;p20"/>
          <p:cNvSpPr/>
          <p:nvPr/>
        </p:nvSpPr>
        <p:spPr>
          <a:xfrm>
            <a:off x="175335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Release Operation</a:t>
            </a:r>
            <a:endParaRPr b="1" sz="800">
              <a:solidFill>
                <a:srgbClr val="434343"/>
              </a:solidFill>
              <a:latin typeface="Zen Kaku Gothic New"/>
              <a:ea typeface="Zen Kaku Gothic New"/>
              <a:cs typeface="Zen Kaku Gothic New"/>
              <a:sym typeface="Zen Kaku Gothic New"/>
            </a:endParaRPr>
          </a:p>
        </p:txBody>
      </p:sp>
      <p:sp>
        <p:nvSpPr>
          <p:cNvPr id="152" name="Google Shape;152;p20"/>
          <p:cNvSpPr txBox="1"/>
          <p:nvPr>
            <p:ph idx="1" type="subTitle"/>
          </p:nvPr>
        </p:nvSpPr>
        <p:spPr>
          <a:xfrm>
            <a:off x="194921" y="98646"/>
            <a:ext cx="8280000" cy="232200"/>
          </a:xfrm>
          <a:prstGeom prst="rect">
            <a:avLst/>
          </a:prstGeom>
          <a:ln>
            <a:noFill/>
          </a:ln>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メンバー紹介</a:t>
            </a:r>
            <a:endParaRPr>
              <a:solidFill>
                <a:schemeClr val="accent1"/>
              </a:solidFill>
            </a:endParaRPr>
          </a:p>
        </p:txBody>
      </p:sp>
      <p:sp>
        <p:nvSpPr>
          <p:cNvPr id="153" name="Google Shape;153;p20"/>
          <p:cNvSpPr/>
          <p:nvPr/>
        </p:nvSpPr>
        <p:spPr>
          <a:xfrm>
            <a:off x="3294750" y="904172"/>
            <a:ext cx="2554500" cy="37662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0"/>
          <p:cNvSpPr txBox="1"/>
          <p:nvPr/>
        </p:nvSpPr>
        <p:spPr>
          <a:xfrm>
            <a:off x="3501900" y="2697010"/>
            <a:ext cx="2196300" cy="3246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a:solidFill>
                  <a:srgbClr val="333333"/>
                </a:solidFill>
                <a:latin typeface="Zen Kaku Gothic New"/>
                <a:ea typeface="Zen Kaku Gothic New"/>
                <a:cs typeface="Zen Kaku Gothic New"/>
                <a:sym typeface="Zen Kaku Gothic New"/>
              </a:rPr>
              <a:t>小野島 一帆</a:t>
            </a:r>
            <a:endParaRPr b="1">
              <a:solidFill>
                <a:srgbClr val="333333"/>
              </a:solidFill>
              <a:latin typeface="Zen Kaku Gothic New"/>
              <a:ea typeface="Zen Kaku Gothic New"/>
              <a:cs typeface="Zen Kaku Gothic New"/>
              <a:sym typeface="Zen Kaku Gothic New"/>
            </a:endParaRPr>
          </a:p>
        </p:txBody>
      </p:sp>
      <p:sp>
        <p:nvSpPr>
          <p:cNvPr id="155" name="Google Shape;155;p20"/>
          <p:cNvSpPr txBox="1"/>
          <p:nvPr/>
        </p:nvSpPr>
        <p:spPr>
          <a:xfrm>
            <a:off x="3501900" y="2986397"/>
            <a:ext cx="1725300" cy="1902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1000">
                <a:solidFill>
                  <a:srgbClr val="A3A9AC"/>
                </a:solidFill>
                <a:latin typeface="Zen Kaku Gothic New"/>
                <a:ea typeface="Zen Kaku Gothic New"/>
                <a:cs typeface="Zen Kaku Gothic New"/>
                <a:sym typeface="Zen Kaku Gothic New"/>
              </a:rPr>
              <a:t>Onojima Kazuho</a:t>
            </a:r>
            <a:endParaRPr b="1" sz="1000">
              <a:solidFill>
                <a:srgbClr val="A3A9AC"/>
              </a:solidFill>
              <a:latin typeface="Zen Kaku Gothic New"/>
              <a:ea typeface="Zen Kaku Gothic New"/>
              <a:cs typeface="Zen Kaku Gothic New"/>
              <a:sym typeface="Zen Kaku Gothic New"/>
            </a:endParaRPr>
          </a:p>
        </p:txBody>
      </p:sp>
      <p:sp>
        <p:nvSpPr>
          <p:cNvPr id="156" name="Google Shape;156;p20"/>
          <p:cNvSpPr txBox="1"/>
          <p:nvPr/>
        </p:nvSpPr>
        <p:spPr>
          <a:xfrm>
            <a:off x="3501900" y="2520771"/>
            <a:ext cx="17253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434343"/>
                </a:solidFill>
                <a:latin typeface="Zen Kaku Gothic New"/>
                <a:ea typeface="Zen Kaku Gothic New"/>
                <a:cs typeface="Zen Kaku Gothic New"/>
                <a:sym typeface="Zen Kaku Gothic New"/>
              </a:rPr>
              <a:t>Project Manager / PMO</a:t>
            </a:r>
            <a:endParaRPr b="1" sz="900">
              <a:solidFill>
                <a:srgbClr val="434343"/>
              </a:solidFill>
              <a:latin typeface="Zen Kaku Gothic New"/>
              <a:ea typeface="Zen Kaku Gothic New"/>
              <a:cs typeface="Zen Kaku Gothic New"/>
              <a:sym typeface="Zen Kaku Gothic New"/>
            </a:endParaRPr>
          </a:p>
        </p:txBody>
      </p:sp>
      <p:pic>
        <p:nvPicPr>
          <p:cNvPr id="157" name="Google Shape;157;p20"/>
          <p:cNvPicPr preferRelativeResize="0"/>
          <p:nvPr/>
        </p:nvPicPr>
        <p:blipFill rotWithShape="1">
          <a:blip r:embed="rId3">
            <a:alphaModFix/>
          </a:blip>
          <a:srcRect b="8747" l="0" r="0" t="8738"/>
          <a:stretch/>
        </p:blipFill>
        <p:spPr>
          <a:xfrm>
            <a:off x="3501900" y="1077872"/>
            <a:ext cx="2140200" cy="1324500"/>
          </a:xfrm>
          <a:prstGeom prst="roundRect">
            <a:avLst>
              <a:gd fmla="val 4525" name="adj"/>
            </a:avLst>
          </a:prstGeom>
          <a:noFill/>
          <a:ln>
            <a:noFill/>
          </a:ln>
        </p:spPr>
      </p:pic>
      <p:sp>
        <p:nvSpPr>
          <p:cNvPr id="158" name="Google Shape;158;p20"/>
          <p:cNvSpPr/>
          <p:nvPr/>
        </p:nvSpPr>
        <p:spPr>
          <a:xfrm>
            <a:off x="3501900"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Scrum</a:t>
            </a:r>
            <a:endParaRPr b="1" sz="800">
              <a:solidFill>
                <a:srgbClr val="434343"/>
              </a:solidFill>
              <a:latin typeface="Zen Kaku Gothic New"/>
              <a:ea typeface="Zen Kaku Gothic New"/>
              <a:cs typeface="Zen Kaku Gothic New"/>
              <a:sym typeface="Zen Kaku Gothic New"/>
            </a:endParaRPr>
          </a:p>
        </p:txBody>
      </p:sp>
      <p:sp>
        <p:nvSpPr>
          <p:cNvPr id="159" name="Google Shape;159;p20"/>
          <p:cNvSpPr/>
          <p:nvPr/>
        </p:nvSpPr>
        <p:spPr>
          <a:xfrm>
            <a:off x="4598109"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システムデザイン</a:t>
            </a:r>
            <a:endParaRPr b="1" sz="800">
              <a:solidFill>
                <a:srgbClr val="434343"/>
              </a:solidFill>
              <a:latin typeface="Zen Kaku Gothic New"/>
              <a:ea typeface="Zen Kaku Gothic New"/>
              <a:cs typeface="Zen Kaku Gothic New"/>
              <a:sym typeface="Zen Kaku Gothic New"/>
            </a:endParaRPr>
          </a:p>
        </p:txBody>
      </p:sp>
      <p:sp>
        <p:nvSpPr>
          <p:cNvPr id="160" name="Google Shape;160;p20"/>
          <p:cNvSpPr/>
          <p:nvPr/>
        </p:nvSpPr>
        <p:spPr>
          <a:xfrm>
            <a:off x="350190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ユーザフロー設計</a:t>
            </a:r>
            <a:endParaRPr b="1" sz="800">
              <a:solidFill>
                <a:srgbClr val="434343"/>
              </a:solidFill>
              <a:latin typeface="Zen Kaku Gothic New"/>
              <a:ea typeface="Zen Kaku Gothic New"/>
              <a:cs typeface="Zen Kaku Gothic New"/>
              <a:sym typeface="Zen Kaku Gothic New"/>
            </a:endParaRPr>
          </a:p>
        </p:txBody>
      </p:sp>
      <p:sp>
        <p:nvSpPr>
          <p:cNvPr id="161" name="Google Shape;161;p20"/>
          <p:cNvSpPr/>
          <p:nvPr/>
        </p:nvSpPr>
        <p:spPr>
          <a:xfrm>
            <a:off x="6139500" y="904172"/>
            <a:ext cx="2554500" cy="37662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0"/>
          <p:cNvSpPr txBox="1"/>
          <p:nvPr/>
        </p:nvSpPr>
        <p:spPr>
          <a:xfrm>
            <a:off x="6346650" y="2697010"/>
            <a:ext cx="2196300" cy="3246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a:solidFill>
                  <a:srgbClr val="333333"/>
                </a:solidFill>
                <a:latin typeface="Zen Kaku Gothic New"/>
                <a:ea typeface="Zen Kaku Gothic New"/>
                <a:cs typeface="Zen Kaku Gothic New"/>
                <a:sym typeface="Zen Kaku Gothic New"/>
              </a:rPr>
              <a:t>jp_name</a:t>
            </a:r>
            <a:endParaRPr b="1">
              <a:solidFill>
                <a:srgbClr val="333333"/>
              </a:solidFill>
              <a:latin typeface="Zen Kaku Gothic New"/>
              <a:ea typeface="Zen Kaku Gothic New"/>
              <a:cs typeface="Zen Kaku Gothic New"/>
              <a:sym typeface="Zen Kaku Gothic New"/>
            </a:endParaRPr>
          </a:p>
        </p:txBody>
      </p:sp>
      <p:sp>
        <p:nvSpPr>
          <p:cNvPr id="163" name="Google Shape;163;p20"/>
          <p:cNvSpPr txBox="1"/>
          <p:nvPr/>
        </p:nvSpPr>
        <p:spPr>
          <a:xfrm>
            <a:off x="6346650" y="2986397"/>
            <a:ext cx="1725300" cy="1902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1000">
                <a:solidFill>
                  <a:srgbClr val="A3A9AC"/>
                </a:solidFill>
                <a:latin typeface="Zen Kaku Gothic New"/>
                <a:ea typeface="Zen Kaku Gothic New"/>
                <a:cs typeface="Zen Kaku Gothic New"/>
                <a:sym typeface="Zen Kaku Gothic New"/>
              </a:rPr>
              <a:t>en_name</a:t>
            </a:r>
            <a:endParaRPr b="1" sz="1000">
              <a:solidFill>
                <a:srgbClr val="A3A9AC"/>
              </a:solidFill>
              <a:latin typeface="Zen Kaku Gothic New"/>
              <a:ea typeface="Zen Kaku Gothic New"/>
              <a:cs typeface="Zen Kaku Gothic New"/>
              <a:sym typeface="Zen Kaku Gothic New"/>
            </a:endParaRPr>
          </a:p>
        </p:txBody>
      </p:sp>
      <p:sp>
        <p:nvSpPr>
          <p:cNvPr id="164" name="Google Shape;164;p20"/>
          <p:cNvSpPr txBox="1"/>
          <p:nvPr/>
        </p:nvSpPr>
        <p:spPr>
          <a:xfrm>
            <a:off x="6346650" y="2520771"/>
            <a:ext cx="17253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434343"/>
                </a:solidFill>
                <a:latin typeface="Zen Kaku Gothic New"/>
                <a:ea typeface="Zen Kaku Gothic New"/>
                <a:cs typeface="Zen Kaku Gothic New"/>
                <a:sym typeface="Zen Kaku Gothic New"/>
              </a:rPr>
              <a:t>occupation</a:t>
            </a:r>
            <a:endParaRPr b="1" sz="900">
              <a:solidFill>
                <a:srgbClr val="434343"/>
              </a:solidFill>
              <a:latin typeface="Zen Kaku Gothic New"/>
              <a:ea typeface="Zen Kaku Gothic New"/>
              <a:cs typeface="Zen Kaku Gothic New"/>
              <a:sym typeface="Zen Kaku Gothic New"/>
            </a:endParaRPr>
          </a:p>
        </p:txBody>
      </p:sp>
      <p:pic>
        <p:nvPicPr>
          <p:cNvPr id="165" name="Google Shape;165;p20"/>
          <p:cNvPicPr preferRelativeResize="0"/>
          <p:nvPr/>
        </p:nvPicPr>
        <p:blipFill rotWithShape="1">
          <a:blip r:embed="rId3">
            <a:alphaModFix/>
          </a:blip>
          <a:srcRect b="8747" l="0" r="0" t="8738"/>
          <a:stretch/>
        </p:blipFill>
        <p:spPr>
          <a:xfrm>
            <a:off x="6346650" y="1077872"/>
            <a:ext cx="2140200" cy="1324500"/>
          </a:xfrm>
          <a:prstGeom prst="roundRect">
            <a:avLst>
              <a:gd fmla="val 4525" name="adj"/>
            </a:avLst>
          </a:prstGeom>
          <a:noFill/>
          <a:ln>
            <a:noFill/>
          </a:ln>
        </p:spPr>
      </p:pic>
      <p:sp>
        <p:nvSpPr>
          <p:cNvPr id="166" name="Google Shape;166;p20"/>
          <p:cNvSpPr/>
          <p:nvPr/>
        </p:nvSpPr>
        <p:spPr>
          <a:xfrm>
            <a:off x="6346650"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a:t>
            </a:r>
            <a:endParaRPr b="1" sz="800">
              <a:solidFill>
                <a:srgbClr val="434343"/>
              </a:solidFill>
              <a:latin typeface="Zen Kaku Gothic New"/>
              <a:ea typeface="Zen Kaku Gothic New"/>
              <a:cs typeface="Zen Kaku Gothic New"/>
              <a:sym typeface="Zen Kaku Gothic New"/>
            </a:endParaRPr>
          </a:p>
        </p:txBody>
      </p:sp>
      <p:sp>
        <p:nvSpPr>
          <p:cNvPr id="167" name="Google Shape;167;p20"/>
          <p:cNvSpPr/>
          <p:nvPr/>
        </p:nvSpPr>
        <p:spPr>
          <a:xfrm>
            <a:off x="7442859" y="325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skill_2</a:t>
            </a:r>
            <a:endParaRPr b="1" sz="800">
              <a:solidFill>
                <a:srgbClr val="434343"/>
              </a:solidFill>
              <a:latin typeface="Zen Kaku Gothic New"/>
              <a:ea typeface="Zen Kaku Gothic New"/>
              <a:cs typeface="Zen Kaku Gothic New"/>
              <a:sym typeface="Zen Kaku Gothic New"/>
            </a:endParaRPr>
          </a:p>
        </p:txBody>
      </p:sp>
      <p:sp>
        <p:nvSpPr>
          <p:cNvPr id="168" name="Google Shape;168;p20"/>
          <p:cNvSpPr/>
          <p:nvPr/>
        </p:nvSpPr>
        <p:spPr>
          <a:xfrm>
            <a:off x="6346650" y="3527835"/>
            <a:ext cx="1044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skill_3</a:t>
            </a:r>
            <a:endParaRPr b="1" sz="800">
              <a:solidFill>
                <a:srgbClr val="434343"/>
              </a:solidFill>
              <a:latin typeface="Zen Kaku Gothic New"/>
              <a:ea typeface="Zen Kaku Gothic New"/>
              <a:cs typeface="Zen Kaku Gothic New"/>
              <a:sym typeface="Zen Kaku Gothic New"/>
            </a:endParaRPr>
          </a:p>
        </p:txBody>
      </p:sp>
      <p:sp>
        <p:nvSpPr>
          <p:cNvPr id="169" name="Google Shape;169;p20"/>
          <p:cNvSpPr txBox="1"/>
          <p:nvPr/>
        </p:nvSpPr>
        <p:spPr>
          <a:xfrm>
            <a:off x="3529950" y="3798422"/>
            <a:ext cx="2140200" cy="8067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アジャイルの要素を取り入れながら、チームが最高のパフォーマンスを出せるようなプロセスを設計していきます。</a:t>
            </a:r>
            <a:endParaRPr sz="800">
              <a:solidFill>
                <a:srgbClr val="4D4D4D"/>
              </a:solidFill>
              <a:latin typeface="Noto Sans JP"/>
              <a:ea typeface="Noto Sans JP"/>
              <a:cs typeface="Noto Sans JP"/>
              <a:sym typeface="Noto Sans JP"/>
            </a:endParaRPr>
          </a:p>
        </p:txBody>
      </p:sp>
      <p:sp>
        <p:nvSpPr>
          <p:cNvPr id="170" name="Google Shape;170;p20"/>
          <p:cNvSpPr txBox="1"/>
          <p:nvPr/>
        </p:nvSpPr>
        <p:spPr>
          <a:xfrm>
            <a:off x="6346650" y="3798422"/>
            <a:ext cx="2140200" cy="8067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your self-introduction here. </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Adjust the text so that it fits within five lines at most.</a:t>
            </a:r>
            <a:endParaRPr sz="800">
              <a:solidFill>
                <a:srgbClr val="4D4D4D"/>
              </a:solidFill>
              <a:latin typeface="Noto Sans JP"/>
              <a:ea typeface="Noto Sans JP"/>
              <a:cs typeface="Noto Sans JP"/>
              <a:sym typeface="Noto Sans J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4" name="Shape 174"/>
        <p:cNvGrpSpPr/>
        <p:nvPr/>
      </p:nvGrpSpPr>
      <p:grpSpPr>
        <a:xfrm>
          <a:off x="0" y="0"/>
          <a:ext cx="0" cy="0"/>
          <a:chOff x="0" y="0"/>
          <a:chExt cx="0" cy="0"/>
        </a:xfrm>
      </p:grpSpPr>
      <p:sp>
        <p:nvSpPr>
          <p:cNvPr id="175" name="Google Shape;175;p21"/>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Member Introduction</a:t>
            </a:r>
            <a:endParaRPr b="1"/>
          </a:p>
        </p:txBody>
      </p:sp>
      <p:sp>
        <p:nvSpPr>
          <p:cNvPr id="176" name="Google Shape;176;p21"/>
          <p:cNvSpPr/>
          <p:nvPr/>
        </p:nvSpPr>
        <p:spPr>
          <a:xfrm>
            <a:off x="7650000" y="400875"/>
            <a:ext cx="1044000" cy="2700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Sun Asterisk</a:t>
            </a:r>
            <a:endParaRPr b="1" sz="1100">
              <a:solidFill>
                <a:srgbClr val="FFFFFF"/>
              </a:solidFill>
              <a:latin typeface="Zen Kaku Gothic New"/>
              <a:ea typeface="Zen Kaku Gothic New"/>
              <a:cs typeface="Zen Kaku Gothic New"/>
              <a:sym typeface="Zen Kaku Gothic New"/>
            </a:endParaRPr>
          </a:p>
        </p:txBody>
      </p:sp>
      <p:sp>
        <p:nvSpPr>
          <p:cNvPr id="177" name="Google Shape;177;p21"/>
          <p:cNvSpPr txBox="1"/>
          <p:nvPr>
            <p:ph idx="1" type="subTitle"/>
          </p:nvPr>
        </p:nvSpPr>
        <p:spPr>
          <a:xfrm>
            <a:off x="194921" y="98646"/>
            <a:ext cx="8280000" cy="232200"/>
          </a:xfrm>
          <a:prstGeom prst="rect">
            <a:avLst/>
          </a:prstGeom>
          <a:ln>
            <a:noFill/>
          </a:ln>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メンバー紹介</a:t>
            </a:r>
            <a:endParaRPr>
              <a:solidFill>
                <a:schemeClr val="accent1"/>
              </a:solidFill>
            </a:endParaRPr>
          </a:p>
        </p:txBody>
      </p:sp>
      <p:sp>
        <p:nvSpPr>
          <p:cNvPr id="178" name="Google Shape;178;p21"/>
          <p:cNvSpPr/>
          <p:nvPr/>
        </p:nvSpPr>
        <p:spPr>
          <a:xfrm>
            <a:off x="25437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21"/>
          <p:cNvPicPr preferRelativeResize="0"/>
          <p:nvPr/>
        </p:nvPicPr>
        <p:blipFill rotWithShape="1">
          <a:blip r:embed="rId3">
            <a:alphaModFix/>
          </a:blip>
          <a:srcRect b="2732" l="0" r="0" t="2732"/>
          <a:stretch/>
        </p:blipFill>
        <p:spPr>
          <a:xfrm>
            <a:off x="2707652" y="1082675"/>
            <a:ext cx="1635000" cy="1159200"/>
          </a:xfrm>
          <a:prstGeom prst="roundRect">
            <a:avLst>
              <a:gd fmla="val 4525" name="adj"/>
            </a:avLst>
          </a:prstGeom>
          <a:noFill/>
          <a:ln>
            <a:noFill/>
          </a:ln>
        </p:spPr>
      </p:pic>
      <p:sp>
        <p:nvSpPr>
          <p:cNvPr id="180" name="Google Shape;180;p21"/>
          <p:cNvSpPr/>
          <p:nvPr/>
        </p:nvSpPr>
        <p:spPr>
          <a:xfrm>
            <a:off x="46374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a:off x="67311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txBox="1"/>
          <p:nvPr/>
        </p:nvSpPr>
        <p:spPr>
          <a:xfrm>
            <a:off x="27076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小野島 一帆</a:t>
            </a:r>
            <a:endParaRPr b="1" sz="1200">
              <a:solidFill>
                <a:srgbClr val="333333"/>
              </a:solidFill>
              <a:latin typeface="Zen Kaku Gothic New"/>
              <a:ea typeface="Zen Kaku Gothic New"/>
              <a:cs typeface="Zen Kaku Gothic New"/>
              <a:sym typeface="Zen Kaku Gothic New"/>
            </a:endParaRPr>
          </a:p>
        </p:txBody>
      </p:sp>
      <p:sp>
        <p:nvSpPr>
          <p:cNvPr id="183" name="Google Shape;183;p21"/>
          <p:cNvSpPr txBox="1"/>
          <p:nvPr/>
        </p:nvSpPr>
        <p:spPr>
          <a:xfrm>
            <a:off x="27076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Onojima Kazuho</a:t>
            </a:r>
            <a:endParaRPr b="1" sz="900">
              <a:solidFill>
                <a:srgbClr val="A3A9AC"/>
              </a:solidFill>
              <a:latin typeface="Zen Kaku Gothic New"/>
              <a:ea typeface="Zen Kaku Gothic New"/>
              <a:cs typeface="Zen Kaku Gothic New"/>
              <a:sym typeface="Zen Kaku Gothic New"/>
            </a:endParaRPr>
          </a:p>
        </p:txBody>
      </p:sp>
      <p:sp>
        <p:nvSpPr>
          <p:cNvPr id="184" name="Google Shape;184;p21"/>
          <p:cNvSpPr txBox="1"/>
          <p:nvPr/>
        </p:nvSpPr>
        <p:spPr>
          <a:xfrm>
            <a:off x="27076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Project Manager / PMO</a:t>
            </a:r>
            <a:endParaRPr b="1" sz="800">
              <a:solidFill>
                <a:srgbClr val="434343"/>
              </a:solidFill>
              <a:latin typeface="Zen Kaku Gothic New"/>
              <a:ea typeface="Zen Kaku Gothic New"/>
              <a:cs typeface="Zen Kaku Gothic New"/>
              <a:sym typeface="Zen Kaku Gothic New"/>
            </a:endParaRPr>
          </a:p>
        </p:txBody>
      </p:sp>
      <p:sp>
        <p:nvSpPr>
          <p:cNvPr id="185" name="Google Shape;185;p21"/>
          <p:cNvSpPr txBox="1"/>
          <p:nvPr/>
        </p:nvSpPr>
        <p:spPr>
          <a:xfrm>
            <a:off x="27076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アジャイルの要素を取り入れながら、チームが最高のパフォーマンスを出せるようなプロセスを設計していきます。</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800">
              <a:solidFill>
                <a:srgbClr val="4D4D4D"/>
              </a:solidFill>
              <a:highlight>
                <a:srgbClr val="FFFFFF"/>
              </a:highlight>
              <a:latin typeface="Noto Sans JP"/>
              <a:ea typeface="Noto Sans JP"/>
              <a:cs typeface="Noto Sans JP"/>
              <a:sym typeface="Noto Sans JP"/>
            </a:endParaRPr>
          </a:p>
        </p:txBody>
      </p:sp>
      <p:sp>
        <p:nvSpPr>
          <p:cNvPr id="186" name="Google Shape;186;p21"/>
          <p:cNvSpPr/>
          <p:nvPr/>
        </p:nvSpPr>
        <p:spPr>
          <a:xfrm>
            <a:off x="27076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Scrum</a:t>
            </a:r>
            <a:endParaRPr b="1" sz="800">
              <a:solidFill>
                <a:srgbClr val="434343"/>
              </a:solidFill>
              <a:latin typeface="Zen Kaku Gothic New"/>
              <a:ea typeface="Zen Kaku Gothic New"/>
              <a:cs typeface="Zen Kaku Gothic New"/>
              <a:sym typeface="Zen Kaku Gothic New"/>
            </a:endParaRPr>
          </a:p>
        </p:txBody>
      </p:sp>
      <p:sp>
        <p:nvSpPr>
          <p:cNvPr id="187" name="Google Shape;187;p21"/>
          <p:cNvSpPr/>
          <p:nvPr/>
        </p:nvSpPr>
        <p:spPr>
          <a:xfrm>
            <a:off x="35506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画面設計</a:t>
            </a:r>
            <a:endParaRPr b="1" sz="800">
              <a:solidFill>
                <a:srgbClr val="434343"/>
              </a:solidFill>
              <a:latin typeface="Zen Kaku Gothic New"/>
              <a:ea typeface="Zen Kaku Gothic New"/>
              <a:cs typeface="Zen Kaku Gothic New"/>
              <a:sym typeface="Zen Kaku Gothic New"/>
            </a:endParaRPr>
          </a:p>
        </p:txBody>
      </p:sp>
      <p:sp>
        <p:nvSpPr>
          <p:cNvPr id="188" name="Google Shape;188;p21"/>
          <p:cNvSpPr/>
          <p:nvPr/>
        </p:nvSpPr>
        <p:spPr>
          <a:xfrm>
            <a:off x="2707650" y="3258375"/>
            <a:ext cx="1635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アーキテクチャデザイン</a:t>
            </a:r>
            <a:endParaRPr b="1" sz="800">
              <a:solidFill>
                <a:srgbClr val="434343"/>
              </a:solidFill>
              <a:latin typeface="Zen Kaku Gothic New"/>
              <a:ea typeface="Zen Kaku Gothic New"/>
              <a:cs typeface="Zen Kaku Gothic New"/>
              <a:sym typeface="Zen Kaku Gothic New"/>
            </a:endParaRPr>
          </a:p>
        </p:txBody>
      </p:sp>
      <p:sp>
        <p:nvSpPr>
          <p:cNvPr id="189" name="Google Shape;189;p21"/>
          <p:cNvSpPr/>
          <p:nvPr/>
        </p:nvSpPr>
        <p:spPr>
          <a:xfrm>
            <a:off x="4500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 name="Google Shape;190;p21"/>
          <p:cNvPicPr preferRelativeResize="0"/>
          <p:nvPr/>
        </p:nvPicPr>
        <p:blipFill rotWithShape="1">
          <a:blip r:embed="rId3">
            <a:alphaModFix/>
          </a:blip>
          <a:srcRect b="2732" l="0" r="0" t="2732"/>
          <a:stretch/>
        </p:blipFill>
        <p:spPr>
          <a:xfrm>
            <a:off x="618050" y="1082675"/>
            <a:ext cx="1635000" cy="1159200"/>
          </a:xfrm>
          <a:prstGeom prst="roundRect">
            <a:avLst>
              <a:gd fmla="val 4525" name="adj"/>
            </a:avLst>
          </a:prstGeom>
          <a:noFill/>
          <a:ln>
            <a:noFill/>
          </a:ln>
        </p:spPr>
      </p:pic>
      <p:sp>
        <p:nvSpPr>
          <p:cNvPr id="191" name="Google Shape;191;p21"/>
          <p:cNvSpPr txBox="1"/>
          <p:nvPr/>
        </p:nvSpPr>
        <p:spPr>
          <a:xfrm>
            <a:off x="6180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レ・クアン・ヒエウ</a:t>
            </a:r>
            <a:r>
              <a:rPr lang="ja" sz="1200">
                <a:solidFill>
                  <a:schemeClr val="dk1"/>
                </a:solidFill>
                <a:highlight>
                  <a:srgbClr val="FFFFFF"/>
                </a:highlight>
                <a:latin typeface="Zen Kaku Gothic New"/>
                <a:ea typeface="Zen Kaku Gothic New"/>
                <a:cs typeface="Zen Kaku Gothic New"/>
                <a:sym typeface="Zen Kaku Gothic New"/>
              </a:rPr>
              <a:t> </a:t>
            </a:r>
            <a:endParaRPr b="1" sz="1200">
              <a:solidFill>
                <a:srgbClr val="333333"/>
              </a:solidFill>
              <a:latin typeface="Zen Kaku Gothic New"/>
              <a:ea typeface="Zen Kaku Gothic New"/>
              <a:cs typeface="Zen Kaku Gothic New"/>
              <a:sym typeface="Zen Kaku Gothic New"/>
            </a:endParaRPr>
          </a:p>
        </p:txBody>
      </p:sp>
      <p:sp>
        <p:nvSpPr>
          <p:cNvPr id="192" name="Google Shape;192;p21"/>
          <p:cNvSpPr txBox="1"/>
          <p:nvPr/>
        </p:nvSpPr>
        <p:spPr>
          <a:xfrm>
            <a:off x="6180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Le Quang Hieu </a:t>
            </a:r>
            <a:endParaRPr b="1" sz="900">
              <a:solidFill>
                <a:srgbClr val="A3A9AC"/>
              </a:solidFill>
              <a:latin typeface="Zen Kaku Gothic New"/>
              <a:ea typeface="Zen Kaku Gothic New"/>
              <a:cs typeface="Zen Kaku Gothic New"/>
              <a:sym typeface="Zen Kaku Gothic New"/>
            </a:endParaRPr>
          </a:p>
        </p:txBody>
      </p:sp>
      <p:sp>
        <p:nvSpPr>
          <p:cNvPr id="193" name="Google Shape;193;p21"/>
          <p:cNvSpPr txBox="1"/>
          <p:nvPr/>
        </p:nvSpPr>
        <p:spPr>
          <a:xfrm>
            <a:off x="6180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Web Designer</a:t>
            </a:r>
            <a:endParaRPr b="1" sz="800">
              <a:solidFill>
                <a:srgbClr val="434343"/>
              </a:solidFill>
              <a:latin typeface="Zen Kaku Gothic New"/>
              <a:ea typeface="Zen Kaku Gothic New"/>
              <a:cs typeface="Zen Kaku Gothic New"/>
              <a:sym typeface="Zen Kaku Gothic New"/>
            </a:endParaRPr>
          </a:p>
        </p:txBody>
      </p:sp>
      <p:sp>
        <p:nvSpPr>
          <p:cNvPr id="194" name="Google Shape;194;p21"/>
          <p:cNvSpPr txBox="1"/>
          <p:nvPr/>
        </p:nvSpPr>
        <p:spPr>
          <a:xfrm>
            <a:off x="6180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I’ve worked for insurance industry for 5 years. I’m so glad to support this project.</a:t>
            </a:r>
            <a:endParaRPr sz="800">
              <a:solidFill>
                <a:srgbClr val="4D4D4D"/>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I’m eager to collaborate with the team and help lead the project to success.</a:t>
            </a:r>
            <a:endParaRPr sz="800">
              <a:solidFill>
                <a:srgbClr val="4D4D4D"/>
              </a:solidFill>
              <a:latin typeface="Noto Sans JP"/>
              <a:ea typeface="Noto Sans JP"/>
              <a:cs typeface="Noto Sans JP"/>
              <a:sym typeface="Noto Sans JP"/>
            </a:endParaRPr>
          </a:p>
        </p:txBody>
      </p:sp>
      <p:sp>
        <p:nvSpPr>
          <p:cNvPr id="195" name="Google Shape;195;p21"/>
          <p:cNvSpPr/>
          <p:nvPr/>
        </p:nvSpPr>
        <p:spPr>
          <a:xfrm>
            <a:off x="618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Ruby</a:t>
            </a:r>
            <a:endParaRPr b="1" sz="800">
              <a:solidFill>
                <a:srgbClr val="434343"/>
              </a:solidFill>
              <a:latin typeface="Zen Kaku Gothic New"/>
              <a:ea typeface="Zen Kaku Gothic New"/>
              <a:cs typeface="Zen Kaku Gothic New"/>
              <a:sym typeface="Zen Kaku Gothic New"/>
            </a:endParaRPr>
          </a:p>
        </p:txBody>
      </p:sp>
      <p:sp>
        <p:nvSpPr>
          <p:cNvPr id="196" name="Google Shape;196;p21"/>
          <p:cNvSpPr/>
          <p:nvPr/>
        </p:nvSpPr>
        <p:spPr>
          <a:xfrm>
            <a:off x="1461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Andorid</a:t>
            </a:r>
            <a:endParaRPr b="1" sz="800">
              <a:solidFill>
                <a:srgbClr val="434343"/>
              </a:solidFill>
              <a:latin typeface="Zen Kaku Gothic New"/>
              <a:ea typeface="Zen Kaku Gothic New"/>
              <a:cs typeface="Zen Kaku Gothic New"/>
              <a:sym typeface="Zen Kaku Gothic New"/>
            </a:endParaRPr>
          </a:p>
        </p:txBody>
      </p:sp>
      <p:sp>
        <p:nvSpPr>
          <p:cNvPr id="197" name="Google Shape;197;p21"/>
          <p:cNvSpPr/>
          <p:nvPr/>
        </p:nvSpPr>
        <p:spPr>
          <a:xfrm>
            <a:off x="618050" y="3258375"/>
            <a:ext cx="1635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Release Operation</a:t>
            </a:r>
            <a:endParaRPr b="1" sz="800">
              <a:solidFill>
                <a:srgbClr val="434343"/>
              </a:solidFill>
              <a:latin typeface="Zen Kaku Gothic New"/>
              <a:ea typeface="Zen Kaku Gothic New"/>
              <a:cs typeface="Zen Kaku Gothic New"/>
              <a:sym typeface="Zen Kaku Gothic New"/>
            </a:endParaRPr>
          </a:p>
        </p:txBody>
      </p:sp>
      <p:pic>
        <p:nvPicPr>
          <p:cNvPr id="198" name="Google Shape;198;p21"/>
          <p:cNvPicPr preferRelativeResize="0"/>
          <p:nvPr/>
        </p:nvPicPr>
        <p:blipFill rotWithShape="1">
          <a:blip r:embed="rId3">
            <a:alphaModFix/>
          </a:blip>
          <a:srcRect b="2732" l="0" r="0" t="2732"/>
          <a:stretch/>
        </p:blipFill>
        <p:spPr>
          <a:xfrm>
            <a:off x="4801352" y="1082675"/>
            <a:ext cx="1635000" cy="1159200"/>
          </a:xfrm>
          <a:prstGeom prst="roundRect">
            <a:avLst>
              <a:gd fmla="val 4525" name="adj"/>
            </a:avLst>
          </a:prstGeom>
          <a:noFill/>
          <a:ln>
            <a:noFill/>
          </a:ln>
        </p:spPr>
      </p:pic>
      <p:sp>
        <p:nvSpPr>
          <p:cNvPr id="199" name="Google Shape;199;p21"/>
          <p:cNvSpPr txBox="1"/>
          <p:nvPr/>
        </p:nvSpPr>
        <p:spPr>
          <a:xfrm>
            <a:off x="48013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00" name="Google Shape;200;p21"/>
          <p:cNvSpPr txBox="1"/>
          <p:nvPr/>
        </p:nvSpPr>
        <p:spPr>
          <a:xfrm>
            <a:off x="48013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01" name="Google Shape;201;p21"/>
          <p:cNvSpPr txBox="1"/>
          <p:nvPr/>
        </p:nvSpPr>
        <p:spPr>
          <a:xfrm>
            <a:off x="48013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02" name="Google Shape;202;p21"/>
          <p:cNvSpPr txBox="1"/>
          <p:nvPr/>
        </p:nvSpPr>
        <p:spPr>
          <a:xfrm>
            <a:off x="48013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Please enter your self-introduction here. </a:t>
            </a:r>
            <a:endParaRPr sz="800">
              <a:solidFill>
                <a:srgbClr val="4D4D4D"/>
              </a:solidFill>
              <a:highlight>
                <a:srgbClr val="FFFFFF"/>
              </a:highlight>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Adjust the text so that it fits within six lines at most.</a:t>
            </a:r>
            <a:endParaRPr sz="800">
              <a:solidFill>
                <a:srgbClr val="4D4D4D"/>
              </a:solidFill>
              <a:highlight>
                <a:srgbClr val="FFFFFF"/>
              </a:highlight>
              <a:latin typeface="Noto Sans JP"/>
              <a:ea typeface="Noto Sans JP"/>
              <a:cs typeface="Noto Sans JP"/>
              <a:sym typeface="Noto Sans JP"/>
            </a:endParaRPr>
          </a:p>
        </p:txBody>
      </p:sp>
      <p:sp>
        <p:nvSpPr>
          <p:cNvPr id="203" name="Google Shape;203;p21"/>
          <p:cNvSpPr/>
          <p:nvPr/>
        </p:nvSpPr>
        <p:spPr>
          <a:xfrm>
            <a:off x="48013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a:t>
            </a:r>
            <a:endParaRPr b="1" sz="800">
              <a:solidFill>
                <a:srgbClr val="434343"/>
              </a:solidFill>
              <a:latin typeface="Zen Kaku Gothic New"/>
              <a:ea typeface="Zen Kaku Gothic New"/>
              <a:cs typeface="Zen Kaku Gothic New"/>
              <a:sym typeface="Zen Kaku Gothic New"/>
            </a:endParaRPr>
          </a:p>
        </p:txBody>
      </p:sp>
      <p:sp>
        <p:nvSpPr>
          <p:cNvPr id="204" name="Google Shape;204;p21"/>
          <p:cNvSpPr/>
          <p:nvPr/>
        </p:nvSpPr>
        <p:spPr>
          <a:xfrm>
            <a:off x="56443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skill_2</a:t>
            </a:r>
            <a:endParaRPr b="1" sz="800">
              <a:solidFill>
                <a:srgbClr val="434343"/>
              </a:solidFill>
              <a:latin typeface="Zen Kaku Gothic New"/>
              <a:ea typeface="Zen Kaku Gothic New"/>
              <a:cs typeface="Zen Kaku Gothic New"/>
              <a:sym typeface="Zen Kaku Gothic New"/>
            </a:endParaRPr>
          </a:p>
        </p:txBody>
      </p:sp>
      <p:sp>
        <p:nvSpPr>
          <p:cNvPr id="205" name="Google Shape;205;p21"/>
          <p:cNvSpPr/>
          <p:nvPr/>
        </p:nvSpPr>
        <p:spPr>
          <a:xfrm>
            <a:off x="4801350" y="325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skill_3</a:t>
            </a:r>
            <a:endParaRPr b="1" sz="800">
              <a:solidFill>
                <a:srgbClr val="434343"/>
              </a:solidFill>
              <a:latin typeface="Zen Kaku Gothic New"/>
              <a:ea typeface="Zen Kaku Gothic New"/>
              <a:cs typeface="Zen Kaku Gothic New"/>
              <a:sym typeface="Zen Kaku Gothic New"/>
            </a:endParaRPr>
          </a:p>
        </p:txBody>
      </p:sp>
      <p:sp>
        <p:nvSpPr>
          <p:cNvPr id="206" name="Google Shape;206;p21"/>
          <p:cNvSpPr/>
          <p:nvPr/>
        </p:nvSpPr>
        <p:spPr>
          <a:xfrm>
            <a:off x="5644350" y="325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skill_4</a:t>
            </a:r>
            <a:endParaRPr b="1" sz="800">
              <a:solidFill>
                <a:srgbClr val="434343"/>
              </a:solidFill>
              <a:latin typeface="Zen Kaku Gothic New"/>
              <a:ea typeface="Zen Kaku Gothic New"/>
              <a:cs typeface="Zen Kaku Gothic New"/>
              <a:sym typeface="Zen Kaku Gothic New"/>
            </a:endParaRPr>
          </a:p>
        </p:txBody>
      </p:sp>
      <p:pic>
        <p:nvPicPr>
          <p:cNvPr id="207" name="Google Shape;207;p21"/>
          <p:cNvPicPr preferRelativeResize="0"/>
          <p:nvPr/>
        </p:nvPicPr>
        <p:blipFill rotWithShape="1">
          <a:blip r:embed="rId3">
            <a:alphaModFix/>
          </a:blip>
          <a:srcRect b="2732" l="0" r="0" t="2732"/>
          <a:stretch/>
        </p:blipFill>
        <p:spPr>
          <a:xfrm>
            <a:off x="6895052" y="1082675"/>
            <a:ext cx="1635000" cy="1159200"/>
          </a:xfrm>
          <a:prstGeom prst="roundRect">
            <a:avLst>
              <a:gd fmla="val 4525" name="adj"/>
            </a:avLst>
          </a:prstGeom>
          <a:noFill/>
          <a:ln>
            <a:noFill/>
          </a:ln>
        </p:spPr>
      </p:pic>
      <p:sp>
        <p:nvSpPr>
          <p:cNvPr id="208" name="Google Shape;208;p21"/>
          <p:cNvSpPr txBox="1"/>
          <p:nvPr/>
        </p:nvSpPr>
        <p:spPr>
          <a:xfrm>
            <a:off x="68950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09" name="Google Shape;209;p21"/>
          <p:cNvSpPr txBox="1"/>
          <p:nvPr/>
        </p:nvSpPr>
        <p:spPr>
          <a:xfrm>
            <a:off x="6895050" y="2705345"/>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10" name="Google Shape;210;p21"/>
          <p:cNvSpPr txBox="1"/>
          <p:nvPr/>
        </p:nvSpPr>
        <p:spPr>
          <a:xfrm>
            <a:off x="68950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11" name="Google Shape;211;p21"/>
          <p:cNvSpPr txBox="1"/>
          <p:nvPr/>
        </p:nvSpPr>
        <p:spPr>
          <a:xfrm>
            <a:off x="6895050" y="3528375"/>
            <a:ext cx="1635000" cy="8892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Please enter your self-introduction here. </a:t>
            </a:r>
            <a:endParaRPr sz="800">
              <a:solidFill>
                <a:srgbClr val="4D4D4D"/>
              </a:solidFill>
              <a:highlight>
                <a:srgbClr val="FFFFFF"/>
              </a:highlight>
              <a:latin typeface="Noto Sans JP"/>
              <a:ea typeface="Noto Sans JP"/>
              <a:cs typeface="Noto Sans JP"/>
              <a:sym typeface="Noto Sans JP"/>
            </a:endParaRPr>
          </a:p>
          <a:p>
            <a:pPr indent="0" lvl="0" marL="0" rtl="0" algn="l">
              <a:lnSpc>
                <a:spcPct val="115000"/>
              </a:lnSpc>
              <a:spcBef>
                <a:spcPts val="0"/>
              </a:spcBef>
              <a:spcAft>
                <a:spcPts val="0"/>
              </a:spcAft>
              <a:buNone/>
            </a:pPr>
            <a:r>
              <a:rPr lang="ja" sz="800">
                <a:solidFill>
                  <a:srgbClr val="4D4D4D"/>
                </a:solidFill>
                <a:highlight>
                  <a:srgbClr val="FFFFFF"/>
                </a:highlight>
                <a:latin typeface="Noto Sans JP"/>
                <a:ea typeface="Noto Sans JP"/>
                <a:cs typeface="Noto Sans JP"/>
                <a:sym typeface="Noto Sans JP"/>
              </a:rPr>
              <a:t>Adjust the text so that it fits within six lines at most.</a:t>
            </a:r>
            <a:endParaRPr sz="800">
              <a:solidFill>
                <a:srgbClr val="4D4D4D"/>
              </a:solidFill>
              <a:highlight>
                <a:srgbClr val="FFFFFF"/>
              </a:highlight>
              <a:latin typeface="Noto Sans JP"/>
              <a:ea typeface="Noto Sans JP"/>
              <a:cs typeface="Noto Sans JP"/>
              <a:sym typeface="Noto Sans JP"/>
            </a:endParaRPr>
          </a:p>
        </p:txBody>
      </p:sp>
      <p:sp>
        <p:nvSpPr>
          <p:cNvPr id="212" name="Google Shape;212;p21"/>
          <p:cNvSpPr/>
          <p:nvPr/>
        </p:nvSpPr>
        <p:spPr>
          <a:xfrm>
            <a:off x="6895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a:t>
            </a:r>
            <a:endParaRPr b="1" sz="800">
              <a:solidFill>
                <a:srgbClr val="434343"/>
              </a:solidFill>
              <a:latin typeface="Zen Kaku Gothic New"/>
              <a:ea typeface="Zen Kaku Gothic New"/>
              <a:cs typeface="Zen Kaku Gothic New"/>
              <a:sym typeface="Zen Kaku Gothic New"/>
            </a:endParaRPr>
          </a:p>
        </p:txBody>
      </p:sp>
      <p:sp>
        <p:nvSpPr>
          <p:cNvPr id="213" name="Google Shape;213;p21"/>
          <p:cNvSpPr/>
          <p:nvPr/>
        </p:nvSpPr>
        <p:spPr>
          <a:xfrm>
            <a:off x="7738050" y="298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skill_2</a:t>
            </a:r>
            <a:endParaRPr b="1" sz="800">
              <a:solidFill>
                <a:srgbClr val="434343"/>
              </a:solidFill>
              <a:latin typeface="Zen Kaku Gothic New"/>
              <a:ea typeface="Zen Kaku Gothic New"/>
              <a:cs typeface="Zen Kaku Gothic New"/>
              <a:sym typeface="Zen Kaku Gothic New"/>
            </a:endParaRPr>
          </a:p>
        </p:txBody>
      </p:sp>
      <p:sp>
        <p:nvSpPr>
          <p:cNvPr id="214" name="Google Shape;214;p21"/>
          <p:cNvSpPr/>
          <p:nvPr/>
        </p:nvSpPr>
        <p:spPr>
          <a:xfrm>
            <a:off x="6895050" y="3258375"/>
            <a:ext cx="792000" cy="2091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skill_3</a:t>
            </a:r>
            <a:endParaRPr b="1" sz="800">
              <a:solidFill>
                <a:srgbClr val="434343"/>
              </a:solidFill>
              <a:latin typeface="Zen Kaku Gothic New"/>
              <a:ea typeface="Zen Kaku Gothic New"/>
              <a:cs typeface="Zen Kaku Gothic New"/>
              <a:sym typeface="Zen Kaku Gothic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p:nvPr/>
        </p:nvSpPr>
        <p:spPr>
          <a:xfrm>
            <a:off x="547125" y="4016981"/>
            <a:ext cx="1092600" cy="3027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FFFFFF"/>
                </a:solidFill>
                <a:latin typeface="Zen Kaku Gothic New"/>
                <a:ea typeface="Zen Kaku Gothic New"/>
                <a:cs typeface="Zen Kaku Gothic New"/>
                <a:sym typeface="Zen Kaku Gothic New"/>
              </a:rPr>
              <a:t>システムデザイン</a:t>
            </a:r>
            <a:endParaRPr b="1" sz="800">
              <a:solidFill>
                <a:srgbClr val="FFFFFF"/>
              </a:solidFill>
              <a:latin typeface="Zen Kaku Gothic New"/>
              <a:ea typeface="Zen Kaku Gothic New"/>
              <a:cs typeface="Zen Kaku Gothic New"/>
              <a:sym typeface="Zen Kaku Gothic New"/>
            </a:endParaRPr>
          </a:p>
        </p:txBody>
      </p:sp>
      <p:sp>
        <p:nvSpPr>
          <p:cNvPr id="220" name="Google Shape;220;p22"/>
          <p:cNvSpPr/>
          <p:nvPr/>
        </p:nvSpPr>
        <p:spPr>
          <a:xfrm>
            <a:off x="1727453"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業務整理</a:t>
            </a:r>
            <a:endParaRPr b="1" sz="800">
              <a:solidFill>
                <a:srgbClr val="434343"/>
              </a:solidFill>
              <a:latin typeface="Zen Kaku Gothic New"/>
              <a:ea typeface="Zen Kaku Gothic New"/>
              <a:cs typeface="Zen Kaku Gothic New"/>
              <a:sym typeface="Zen Kaku Gothic New"/>
            </a:endParaRPr>
          </a:p>
        </p:txBody>
      </p:sp>
      <p:sp>
        <p:nvSpPr>
          <p:cNvPr id="221" name="Google Shape;221;p22"/>
          <p:cNvSpPr/>
          <p:nvPr/>
        </p:nvSpPr>
        <p:spPr>
          <a:xfrm>
            <a:off x="547125" y="4409087"/>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skill_8</a:t>
            </a:r>
            <a:endParaRPr b="1" sz="800">
              <a:solidFill>
                <a:srgbClr val="434343"/>
              </a:solidFill>
              <a:latin typeface="Zen Kaku Gothic New"/>
              <a:ea typeface="Zen Kaku Gothic New"/>
              <a:cs typeface="Zen Kaku Gothic New"/>
              <a:sym typeface="Zen Kaku Gothic New"/>
            </a:endParaRPr>
          </a:p>
        </p:txBody>
      </p:sp>
      <p:sp>
        <p:nvSpPr>
          <p:cNvPr id="222" name="Google Shape;222;p22"/>
          <p:cNvSpPr/>
          <p:nvPr/>
        </p:nvSpPr>
        <p:spPr>
          <a:xfrm>
            <a:off x="1727453"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skill_9</a:t>
            </a:r>
            <a:endParaRPr b="1" sz="800">
              <a:latin typeface="Zen Kaku Gothic New"/>
              <a:ea typeface="Zen Kaku Gothic New"/>
              <a:cs typeface="Zen Kaku Gothic New"/>
              <a:sym typeface="Zen Kaku Gothic New"/>
            </a:endParaRPr>
          </a:p>
        </p:txBody>
      </p:sp>
      <p:sp>
        <p:nvSpPr>
          <p:cNvPr id="223" name="Google Shape;223;p22"/>
          <p:cNvSpPr/>
          <p:nvPr/>
        </p:nvSpPr>
        <p:spPr>
          <a:xfrm>
            <a:off x="2890026" y="4016981"/>
            <a:ext cx="1092600" cy="3027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FFFFFF"/>
                </a:solidFill>
                <a:latin typeface="Zen Kaku Gothic New"/>
                <a:ea typeface="Zen Kaku Gothic New"/>
                <a:cs typeface="Zen Kaku Gothic New"/>
                <a:sym typeface="Zen Kaku Gothic New"/>
              </a:rPr>
              <a:t>画面設計</a:t>
            </a:r>
            <a:endParaRPr b="1" sz="800">
              <a:solidFill>
                <a:srgbClr val="FFFFFF"/>
              </a:solidFill>
              <a:latin typeface="Zen Kaku Gothic New"/>
              <a:ea typeface="Zen Kaku Gothic New"/>
              <a:cs typeface="Zen Kaku Gothic New"/>
              <a:sym typeface="Zen Kaku Gothic New"/>
            </a:endParaRPr>
          </a:p>
        </p:txBody>
      </p:sp>
      <p:sp>
        <p:nvSpPr>
          <p:cNvPr id="224" name="Google Shape;224;p22"/>
          <p:cNvSpPr/>
          <p:nvPr/>
        </p:nvSpPr>
        <p:spPr>
          <a:xfrm>
            <a:off x="4070354"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テスト設計</a:t>
            </a:r>
            <a:endParaRPr sz="800">
              <a:solidFill>
                <a:srgbClr val="434343"/>
              </a:solidFill>
              <a:latin typeface="Zen Kaku Gothic New"/>
              <a:ea typeface="Zen Kaku Gothic New"/>
              <a:cs typeface="Zen Kaku Gothic New"/>
              <a:sym typeface="Zen Kaku Gothic New"/>
            </a:endParaRPr>
          </a:p>
        </p:txBody>
      </p:sp>
      <p:sp>
        <p:nvSpPr>
          <p:cNvPr id="225" name="Google Shape;225;p22"/>
          <p:cNvSpPr/>
          <p:nvPr/>
        </p:nvSpPr>
        <p:spPr>
          <a:xfrm>
            <a:off x="5232973"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システム運用設計</a:t>
            </a:r>
            <a:endParaRPr b="1" sz="800">
              <a:latin typeface="Zen Kaku Gothic New"/>
              <a:ea typeface="Zen Kaku Gothic New"/>
              <a:cs typeface="Zen Kaku Gothic New"/>
              <a:sym typeface="Zen Kaku Gothic New"/>
            </a:endParaRPr>
          </a:p>
        </p:txBody>
      </p:sp>
      <p:sp>
        <p:nvSpPr>
          <p:cNvPr id="226" name="Google Shape;226;p22"/>
          <p:cNvSpPr/>
          <p:nvPr/>
        </p:nvSpPr>
        <p:spPr>
          <a:xfrm>
            <a:off x="2890026" y="4409087"/>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skill_10</a:t>
            </a:r>
            <a:endParaRPr b="1" sz="800">
              <a:latin typeface="Zen Kaku Gothic New"/>
              <a:ea typeface="Zen Kaku Gothic New"/>
              <a:cs typeface="Zen Kaku Gothic New"/>
              <a:sym typeface="Zen Kaku Gothic New"/>
            </a:endParaRPr>
          </a:p>
        </p:txBody>
      </p:sp>
      <p:sp>
        <p:nvSpPr>
          <p:cNvPr id="227" name="Google Shape;227;p22"/>
          <p:cNvSpPr/>
          <p:nvPr/>
        </p:nvSpPr>
        <p:spPr>
          <a:xfrm>
            <a:off x="4070354"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skill_11</a:t>
            </a:r>
            <a:endParaRPr b="1" sz="800">
              <a:solidFill>
                <a:srgbClr val="434343"/>
              </a:solidFill>
              <a:latin typeface="Zen Kaku Gothic New"/>
              <a:ea typeface="Zen Kaku Gothic New"/>
              <a:cs typeface="Zen Kaku Gothic New"/>
              <a:sym typeface="Zen Kaku Gothic New"/>
            </a:endParaRPr>
          </a:p>
        </p:txBody>
      </p:sp>
      <p:sp>
        <p:nvSpPr>
          <p:cNvPr id="228" name="Google Shape;228;p22"/>
          <p:cNvSpPr/>
          <p:nvPr/>
        </p:nvSpPr>
        <p:spPr>
          <a:xfrm>
            <a:off x="6413301"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skill_6</a:t>
            </a:r>
            <a:endParaRPr b="1" sz="800">
              <a:latin typeface="Zen Kaku Gothic New"/>
              <a:ea typeface="Zen Kaku Gothic New"/>
              <a:cs typeface="Zen Kaku Gothic New"/>
              <a:sym typeface="Zen Kaku Gothic New"/>
            </a:endParaRPr>
          </a:p>
        </p:txBody>
      </p:sp>
      <p:sp>
        <p:nvSpPr>
          <p:cNvPr id="229" name="Google Shape;229;p22"/>
          <p:cNvSpPr/>
          <p:nvPr/>
        </p:nvSpPr>
        <p:spPr>
          <a:xfrm>
            <a:off x="5232973" y="4409087"/>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skill_12</a:t>
            </a:r>
            <a:endParaRPr b="1" sz="800">
              <a:solidFill>
                <a:srgbClr val="434343"/>
              </a:solidFill>
              <a:latin typeface="Zen Kaku Gothic New"/>
              <a:ea typeface="Zen Kaku Gothic New"/>
              <a:cs typeface="Zen Kaku Gothic New"/>
              <a:sym typeface="Zen Kaku Gothic New"/>
            </a:endParaRPr>
          </a:p>
        </p:txBody>
      </p:sp>
      <p:sp>
        <p:nvSpPr>
          <p:cNvPr id="230" name="Google Shape;230;p22"/>
          <p:cNvSpPr/>
          <p:nvPr/>
        </p:nvSpPr>
        <p:spPr>
          <a:xfrm>
            <a:off x="7575925" y="40169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skill_7</a:t>
            </a:r>
            <a:endParaRPr b="1" sz="800">
              <a:latin typeface="Zen Kaku Gothic New"/>
              <a:ea typeface="Zen Kaku Gothic New"/>
              <a:cs typeface="Zen Kaku Gothic New"/>
              <a:sym typeface="Zen Kaku Gothic New"/>
            </a:endParaRPr>
          </a:p>
        </p:txBody>
      </p:sp>
      <p:sp>
        <p:nvSpPr>
          <p:cNvPr id="231" name="Google Shape;231;p22"/>
          <p:cNvSpPr/>
          <p:nvPr/>
        </p:nvSpPr>
        <p:spPr>
          <a:xfrm>
            <a:off x="6413301"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skill_13</a:t>
            </a:r>
            <a:endParaRPr b="1" sz="800">
              <a:latin typeface="Zen Kaku Gothic New"/>
              <a:ea typeface="Zen Kaku Gothic New"/>
              <a:cs typeface="Zen Kaku Gothic New"/>
              <a:sym typeface="Zen Kaku Gothic New"/>
            </a:endParaRPr>
          </a:p>
        </p:txBody>
      </p:sp>
      <p:sp>
        <p:nvSpPr>
          <p:cNvPr id="232" name="Google Shape;232;p22"/>
          <p:cNvSpPr/>
          <p:nvPr/>
        </p:nvSpPr>
        <p:spPr>
          <a:xfrm>
            <a:off x="7575925" y="4409081"/>
            <a:ext cx="1092600" cy="3027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ja" sz="800">
                <a:solidFill>
                  <a:srgbClr val="434343"/>
                </a:solidFill>
                <a:latin typeface="Zen Kaku Gothic New"/>
                <a:ea typeface="Zen Kaku Gothic New"/>
                <a:cs typeface="Zen Kaku Gothic New"/>
                <a:sym typeface="Zen Kaku Gothic New"/>
              </a:rPr>
              <a:t>skill_14</a:t>
            </a:r>
            <a:endParaRPr b="1" sz="800">
              <a:latin typeface="Zen Kaku Gothic New"/>
              <a:ea typeface="Zen Kaku Gothic New"/>
              <a:cs typeface="Zen Kaku Gothic New"/>
              <a:sym typeface="Zen Kaku Gothic New"/>
            </a:endParaRPr>
          </a:p>
        </p:txBody>
      </p:sp>
      <p:sp>
        <p:nvSpPr>
          <p:cNvPr id="233" name="Google Shape;233;p22"/>
          <p:cNvSpPr txBox="1"/>
          <p:nvPr/>
        </p:nvSpPr>
        <p:spPr>
          <a:xfrm>
            <a:off x="3794750" y="678086"/>
            <a:ext cx="731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600">
                <a:solidFill>
                  <a:schemeClr val="accent1"/>
                </a:solidFill>
                <a:latin typeface="Noto Sans JP"/>
                <a:ea typeface="Noto Sans JP"/>
                <a:cs typeface="Noto Sans JP"/>
                <a:sym typeface="Noto Sans JP"/>
              </a:rPr>
              <a:t>Profile </a:t>
            </a:r>
            <a:endParaRPr b="1" sz="1600">
              <a:solidFill>
                <a:schemeClr val="accent1"/>
              </a:solidFill>
              <a:latin typeface="Noto Sans JP"/>
              <a:ea typeface="Noto Sans JP"/>
              <a:cs typeface="Noto Sans JP"/>
              <a:sym typeface="Noto Sans JP"/>
            </a:endParaRPr>
          </a:p>
        </p:txBody>
      </p:sp>
      <p:sp>
        <p:nvSpPr>
          <p:cNvPr id="234" name="Google Shape;234;p22"/>
          <p:cNvSpPr txBox="1"/>
          <p:nvPr/>
        </p:nvSpPr>
        <p:spPr>
          <a:xfrm>
            <a:off x="3794750" y="987943"/>
            <a:ext cx="4803900" cy="1281300"/>
          </a:xfrm>
          <a:prstGeom prst="rect">
            <a:avLst/>
          </a:prstGeom>
          <a:noFill/>
          <a:ln>
            <a:noFill/>
          </a:ln>
        </p:spPr>
        <p:txBody>
          <a:bodyPr anchorCtr="0" anchor="ctr" bIns="0" lIns="0" spcFirstLastPara="1" rIns="0" wrap="square" tIns="0">
            <a:spAutoFit/>
          </a:bodyPr>
          <a:lstStyle/>
          <a:p>
            <a:pPr indent="0" lvl="0" marL="0" rtl="0" algn="l">
              <a:lnSpc>
                <a:spcPct val="165000"/>
              </a:lnSpc>
              <a:spcBef>
                <a:spcPts val="0"/>
              </a:spcBef>
              <a:spcAft>
                <a:spcPts val="0"/>
              </a:spcAft>
              <a:buClr>
                <a:schemeClr val="dk1"/>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情報工学専攻で大学院（修士）を卒業後、パナソニック株式会社へ入社。</a:t>
            </a:r>
            <a:endParaRPr sz="900">
              <a:solidFill>
                <a:srgbClr val="4D4D4D"/>
              </a:solidFill>
              <a:latin typeface="Zen Kaku Gothic New Medium"/>
              <a:ea typeface="Zen Kaku Gothic New Medium"/>
              <a:cs typeface="Zen Kaku Gothic New Medium"/>
              <a:sym typeface="Zen Kaku Gothic New Medium"/>
            </a:endParaRPr>
          </a:p>
          <a:p>
            <a:pPr indent="0" lvl="0" marL="0" rtl="0" algn="l">
              <a:lnSpc>
                <a:spcPct val="165000"/>
              </a:lnSpc>
              <a:spcBef>
                <a:spcPts val="0"/>
              </a:spcBef>
              <a:spcAft>
                <a:spcPts val="0"/>
              </a:spcAft>
              <a:buClr>
                <a:schemeClr val="dk1"/>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車載機器（カーナビ、カーオーディオ）のハードウェア、ソフトウェア開発に9年間携わり、要件定義、基本設計から、総合テスト、納品までの開発工程を経験。またベトナムに3年間勤務し、PM業務（主にモバイルアプリ開発）、現地エンジニアの教育業務を担当。</a:t>
            </a:r>
            <a:endParaRPr sz="900">
              <a:solidFill>
                <a:srgbClr val="4D4D4D"/>
              </a:solidFill>
              <a:latin typeface="Zen Kaku Gothic New Medium"/>
              <a:ea typeface="Zen Kaku Gothic New Medium"/>
              <a:cs typeface="Zen Kaku Gothic New Medium"/>
              <a:sym typeface="Zen Kaku Gothic New Medium"/>
            </a:endParaRPr>
          </a:p>
          <a:p>
            <a:pPr indent="0" lvl="0" marL="0" rtl="0" algn="l">
              <a:lnSpc>
                <a:spcPct val="165000"/>
              </a:lnSpc>
              <a:spcBef>
                <a:spcPts val="0"/>
              </a:spcBef>
              <a:spcAft>
                <a:spcPts val="0"/>
              </a:spcAft>
              <a:buClr>
                <a:schemeClr val="dk1"/>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2020年よりソフトバンク株式会社にて、地方銀行向けモバイルアプリや、公共向けのWebアプリケーション開発のPLを担当。2022年11月より現職。</a:t>
            </a:r>
            <a:endParaRPr sz="900">
              <a:solidFill>
                <a:srgbClr val="4D4D4D"/>
              </a:solidFill>
              <a:latin typeface="Zen Kaku Gothic New Medium"/>
              <a:ea typeface="Zen Kaku Gothic New Medium"/>
              <a:cs typeface="Zen Kaku Gothic New Medium"/>
              <a:sym typeface="Zen Kaku Gothic New Medium"/>
            </a:endParaRPr>
          </a:p>
        </p:txBody>
      </p:sp>
      <p:sp>
        <p:nvSpPr>
          <p:cNvPr id="235" name="Google Shape;235;p22"/>
          <p:cNvSpPr txBox="1"/>
          <p:nvPr/>
        </p:nvSpPr>
        <p:spPr>
          <a:xfrm>
            <a:off x="3794750" y="2453567"/>
            <a:ext cx="7314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600">
                <a:solidFill>
                  <a:schemeClr val="accent1"/>
                </a:solidFill>
                <a:latin typeface="Noto Sans JP"/>
                <a:ea typeface="Noto Sans JP"/>
                <a:cs typeface="Noto Sans JP"/>
                <a:sym typeface="Noto Sans JP"/>
              </a:rPr>
              <a:t>Works</a:t>
            </a:r>
            <a:r>
              <a:rPr b="1" lang="ja" sz="1600">
                <a:solidFill>
                  <a:schemeClr val="accent1"/>
                </a:solidFill>
                <a:latin typeface="Noto Sans JP"/>
                <a:ea typeface="Noto Sans JP"/>
                <a:cs typeface="Noto Sans JP"/>
                <a:sym typeface="Noto Sans JP"/>
              </a:rPr>
              <a:t> </a:t>
            </a:r>
            <a:endParaRPr b="1" sz="1600">
              <a:solidFill>
                <a:schemeClr val="accent1"/>
              </a:solidFill>
              <a:latin typeface="Noto Sans JP"/>
              <a:ea typeface="Noto Sans JP"/>
              <a:cs typeface="Noto Sans JP"/>
              <a:sym typeface="Noto Sans JP"/>
            </a:endParaRPr>
          </a:p>
        </p:txBody>
      </p:sp>
      <p:sp>
        <p:nvSpPr>
          <p:cNvPr id="236" name="Google Shape;236;p22"/>
          <p:cNvSpPr txBox="1"/>
          <p:nvPr/>
        </p:nvSpPr>
        <p:spPr>
          <a:xfrm>
            <a:off x="3798450" y="3211579"/>
            <a:ext cx="2279700" cy="455700"/>
          </a:xfrm>
          <a:prstGeom prst="rect">
            <a:avLst/>
          </a:prstGeom>
          <a:noFill/>
          <a:ln>
            <a:noFill/>
          </a:ln>
        </p:spPr>
        <p:txBody>
          <a:bodyPr anchorCtr="0" anchor="t" bIns="0" lIns="0" spcFirstLastPara="1" rIns="0" wrap="square" tIns="0">
            <a:spAutoFit/>
          </a:bodyPr>
          <a:lstStyle/>
          <a:p>
            <a:pPr indent="0" lvl="0" marL="0" rtl="0" algn="l">
              <a:lnSpc>
                <a:spcPct val="135000"/>
              </a:lnSpc>
              <a:spcBef>
                <a:spcPts val="0"/>
              </a:spcBef>
              <a:spcAft>
                <a:spcPts val="0"/>
              </a:spcAft>
              <a:buNone/>
            </a:pPr>
            <a:r>
              <a:rPr lang="ja" sz="800">
                <a:solidFill>
                  <a:srgbClr val="4D4D4D"/>
                </a:solidFill>
                <a:latin typeface="Zen Kaku Gothic New Medium"/>
                <a:ea typeface="Zen Kaku Gothic New Medium"/>
                <a:cs typeface="Zen Kaku Gothic New Medium"/>
                <a:sym typeface="Zen Kaku Gothic New Medium"/>
              </a:rPr>
              <a:t>大手物流企業の機械学習を用いたルート及び荷物積載の最適化を狙うリプレイス案件においてその効果検証のフェーズから実運用までをリード</a:t>
            </a:r>
            <a:endParaRPr sz="800">
              <a:solidFill>
                <a:srgbClr val="4D4D4D"/>
              </a:solidFill>
              <a:latin typeface="Zen Kaku Gothic New Medium"/>
              <a:ea typeface="Zen Kaku Gothic New Medium"/>
              <a:cs typeface="Zen Kaku Gothic New Medium"/>
              <a:sym typeface="Zen Kaku Gothic New Medium"/>
            </a:endParaRPr>
          </a:p>
        </p:txBody>
      </p:sp>
      <p:sp>
        <p:nvSpPr>
          <p:cNvPr id="237" name="Google Shape;237;p22"/>
          <p:cNvSpPr txBox="1"/>
          <p:nvPr/>
        </p:nvSpPr>
        <p:spPr>
          <a:xfrm>
            <a:off x="3805909" y="2739175"/>
            <a:ext cx="2279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rgbClr val="333333"/>
                </a:solidFill>
                <a:latin typeface="Zen Kaku Gothic New"/>
                <a:ea typeface="Zen Kaku Gothic New"/>
                <a:cs typeface="Zen Kaku Gothic New"/>
                <a:sym typeface="Zen Kaku Gothic New"/>
              </a:rPr>
              <a:t>大手物流システムリプレイス</a:t>
            </a:r>
            <a:endParaRPr b="1" sz="1100">
              <a:solidFill>
                <a:srgbClr val="333333"/>
              </a:solidFill>
              <a:latin typeface="Zen Kaku Gothic New"/>
              <a:ea typeface="Zen Kaku Gothic New"/>
              <a:cs typeface="Zen Kaku Gothic New"/>
              <a:sym typeface="Zen Kaku Gothic New"/>
            </a:endParaRPr>
          </a:p>
        </p:txBody>
      </p:sp>
      <p:sp>
        <p:nvSpPr>
          <p:cNvPr id="238" name="Google Shape;238;p22"/>
          <p:cNvSpPr txBox="1"/>
          <p:nvPr/>
        </p:nvSpPr>
        <p:spPr>
          <a:xfrm>
            <a:off x="6351738" y="3211584"/>
            <a:ext cx="2235900" cy="123000"/>
          </a:xfrm>
          <a:prstGeom prst="rect">
            <a:avLst/>
          </a:prstGeom>
          <a:noFill/>
          <a:ln>
            <a:noFill/>
          </a:ln>
        </p:spPr>
        <p:txBody>
          <a:bodyPr anchorCtr="0" anchor="t" bIns="0" lIns="0" spcFirstLastPara="1" rIns="0" wrap="square" tIns="0">
            <a:spAutoFit/>
          </a:bodyPr>
          <a:lstStyle/>
          <a:p>
            <a:pPr indent="0" lvl="0" marL="0" rtl="0" algn="l">
              <a:lnSpc>
                <a:spcPct val="135000"/>
              </a:lnSpc>
              <a:spcBef>
                <a:spcPts val="0"/>
              </a:spcBef>
              <a:spcAft>
                <a:spcPts val="0"/>
              </a:spcAft>
              <a:buNone/>
            </a:pPr>
            <a:r>
              <a:rPr lang="ja" sz="800">
                <a:solidFill>
                  <a:srgbClr val="4D4D4D"/>
                </a:solidFill>
                <a:latin typeface="Zen Kaku Gothic New Medium"/>
                <a:ea typeface="Zen Kaku Gothic New Medium"/>
                <a:cs typeface="Zen Kaku Gothic New Medium"/>
                <a:sym typeface="Zen Kaku Gothic New Medium"/>
              </a:rPr>
              <a:t>Work2_text</a:t>
            </a:r>
            <a:endParaRPr sz="800">
              <a:solidFill>
                <a:srgbClr val="4D4D4D"/>
              </a:solidFill>
            </a:endParaRPr>
          </a:p>
        </p:txBody>
      </p:sp>
      <p:sp>
        <p:nvSpPr>
          <p:cNvPr id="239" name="Google Shape;239;p22"/>
          <p:cNvSpPr txBox="1"/>
          <p:nvPr/>
        </p:nvSpPr>
        <p:spPr>
          <a:xfrm>
            <a:off x="6359073" y="2739177"/>
            <a:ext cx="2235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rgbClr val="333333"/>
                </a:solidFill>
                <a:latin typeface="Zen Kaku Gothic New"/>
                <a:ea typeface="Zen Kaku Gothic New"/>
                <a:cs typeface="Zen Kaku Gothic New"/>
                <a:sym typeface="Zen Kaku Gothic New"/>
              </a:rPr>
              <a:t>works2_title</a:t>
            </a:r>
            <a:endParaRPr b="1" sz="1100">
              <a:solidFill>
                <a:srgbClr val="333333"/>
              </a:solidFill>
              <a:latin typeface="Zen Kaku Gothic New"/>
              <a:ea typeface="Zen Kaku Gothic New"/>
              <a:cs typeface="Zen Kaku Gothic New"/>
              <a:sym typeface="Zen Kaku Gothic New"/>
            </a:endParaRPr>
          </a:p>
        </p:txBody>
      </p:sp>
      <p:sp>
        <p:nvSpPr>
          <p:cNvPr id="240" name="Google Shape;240;p22"/>
          <p:cNvSpPr txBox="1"/>
          <p:nvPr/>
        </p:nvSpPr>
        <p:spPr>
          <a:xfrm>
            <a:off x="6359011" y="2978206"/>
            <a:ext cx="2226900" cy="13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850">
                <a:solidFill>
                  <a:srgbClr val="999999"/>
                </a:solidFill>
                <a:latin typeface="Zen Kaku Gothic New"/>
                <a:ea typeface="Zen Kaku Gothic New"/>
                <a:cs typeface="Zen Kaku Gothic New"/>
                <a:sym typeface="Zen Kaku Gothic New"/>
              </a:rPr>
              <a:t>Field2_name</a:t>
            </a:r>
            <a:endParaRPr b="1" sz="850">
              <a:solidFill>
                <a:srgbClr val="999999"/>
              </a:solidFill>
              <a:latin typeface="Zen Kaku Gothic New"/>
              <a:ea typeface="Zen Kaku Gothic New"/>
              <a:cs typeface="Zen Kaku Gothic New"/>
              <a:sym typeface="Zen Kaku Gothic New"/>
            </a:endParaRPr>
          </a:p>
        </p:txBody>
      </p:sp>
      <p:sp>
        <p:nvSpPr>
          <p:cNvPr id="241" name="Google Shape;241;p22"/>
          <p:cNvSpPr txBox="1"/>
          <p:nvPr/>
        </p:nvSpPr>
        <p:spPr>
          <a:xfrm>
            <a:off x="3798450" y="2978203"/>
            <a:ext cx="2279700" cy="13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50">
                <a:solidFill>
                  <a:srgbClr val="999999"/>
                </a:solidFill>
                <a:latin typeface="Zen Kaku Gothic New"/>
                <a:ea typeface="Zen Kaku Gothic New"/>
                <a:cs typeface="Zen Kaku Gothic New"/>
                <a:sym typeface="Zen Kaku Gothic New"/>
              </a:rPr>
              <a:t>ロジスティクス</a:t>
            </a:r>
            <a:endParaRPr b="1" sz="850">
              <a:solidFill>
                <a:srgbClr val="999999"/>
              </a:solidFill>
              <a:latin typeface="Zen Kaku Gothic New"/>
              <a:ea typeface="Zen Kaku Gothic New"/>
              <a:cs typeface="Zen Kaku Gothic New"/>
              <a:sym typeface="Zen Kaku Gothic New"/>
            </a:endParaRPr>
          </a:p>
        </p:txBody>
      </p:sp>
      <p:sp>
        <p:nvSpPr>
          <p:cNvPr id="242" name="Google Shape;242;p22"/>
          <p:cNvSpPr txBox="1"/>
          <p:nvPr/>
        </p:nvSpPr>
        <p:spPr>
          <a:xfrm>
            <a:off x="547125" y="3178635"/>
            <a:ext cx="2121600" cy="354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2300">
                <a:solidFill>
                  <a:srgbClr val="4D4D4D"/>
                </a:solidFill>
                <a:latin typeface="Zen Kaku Gothic New"/>
                <a:ea typeface="Zen Kaku Gothic New"/>
                <a:cs typeface="Zen Kaku Gothic New"/>
                <a:sym typeface="Zen Kaku Gothic New"/>
              </a:rPr>
              <a:t>宮城 慧</a:t>
            </a:r>
            <a:endParaRPr b="1" sz="2300">
              <a:solidFill>
                <a:srgbClr val="333333"/>
              </a:solidFill>
              <a:latin typeface="Zen Kaku Gothic New"/>
              <a:ea typeface="Zen Kaku Gothic New"/>
              <a:cs typeface="Zen Kaku Gothic New"/>
              <a:sym typeface="Zen Kaku Gothic New"/>
            </a:endParaRPr>
          </a:p>
        </p:txBody>
      </p:sp>
      <p:sp>
        <p:nvSpPr>
          <p:cNvPr id="243" name="Google Shape;243;p22"/>
          <p:cNvSpPr txBox="1"/>
          <p:nvPr/>
        </p:nvSpPr>
        <p:spPr>
          <a:xfrm>
            <a:off x="547128" y="3569221"/>
            <a:ext cx="2121600" cy="184800"/>
          </a:xfrm>
          <a:prstGeom prst="rect">
            <a:avLst/>
          </a:prstGeom>
          <a:noFill/>
          <a:ln>
            <a:noFill/>
          </a:ln>
        </p:spPr>
        <p:txBody>
          <a:bodyPr anchorCtr="0" anchor="t" bIns="0" lIns="0" spcFirstLastPara="1" rIns="0" wrap="square" tIns="0">
            <a:spAutoFit/>
          </a:bodyPr>
          <a:lstStyle/>
          <a:p>
            <a:pPr indent="0" lvl="0" marL="0" rtl="0" algn="l">
              <a:lnSpc>
                <a:spcPct val="165000"/>
              </a:lnSpc>
              <a:spcBef>
                <a:spcPts val="0"/>
              </a:spcBef>
              <a:spcAft>
                <a:spcPts val="0"/>
              </a:spcAft>
              <a:buNone/>
            </a:pPr>
            <a:r>
              <a:rPr lang="ja" sz="1200">
                <a:solidFill>
                  <a:srgbClr val="A3A9AC"/>
                </a:solidFill>
                <a:latin typeface="Zen Kaku Gothic New Medium"/>
                <a:ea typeface="Zen Kaku Gothic New Medium"/>
                <a:cs typeface="Zen Kaku Gothic New Medium"/>
                <a:sym typeface="Zen Kaku Gothic New Medium"/>
              </a:rPr>
              <a:t>Miyagi Satoshi</a:t>
            </a:r>
            <a:endParaRPr sz="1200">
              <a:solidFill>
                <a:srgbClr val="A3A9AC"/>
              </a:solidFill>
              <a:latin typeface="Zen Kaku Gothic New Medium"/>
              <a:ea typeface="Zen Kaku Gothic New Medium"/>
              <a:cs typeface="Zen Kaku Gothic New Medium"/>
              <a:sym typeface="Zen Kaku Gothic New Medium"/>
            </a:endParaRPr>
          </a:p>
        </p:txBody>
      </p:sp>
      <p:sp>
        <p:nvSpPr>
          <p:cNvPr id="244" name="Google Shape;244;p22"/>
          <p:cNvSpPr txBox="1"/>
          <p:nvPr/>
        </p:nvSpPr>
        <p:spPr>
          <a:xfrm>
            <a:off x="547129" y="2681524"/>
            <a:ext cx="2121600" cy="153900"/>
          </a:xfrm>
          <a:prstGeom prst="rect">
            <a:avLst/>
          </a:prstGeom>
          <a:noFill/>
          <a:ln>
            <a:noFill/>
          </a:ln>
        </p:spPr>
        <p:txBody>
          <a:bodyPr anchorCtr="0" anchor="t" bIns="0" lIns="0" spcFirstLastPara="1" rIns="0" wrap="square" tIns="0">
            <a:spAutoFit/>
          </a:bodyPr>
          <a:lstStyle/>
          <a:p>
            <a:pPr indent="0" lvl="0" marL="0" rtl="0" algn="l">
              <a:lnSpc>
                <a:spcPct val="165000"/>
              </a:lnSpc>
              <a:spcBef>
                <a:spcPts val="0"/>
              </a:spcBef>
              <a:spcAft>
                <a:spcPts val="0"/>
              </a:spcAft>
              <a:buNone/>
            </a:pPr>
            <a:r>
              <a:rPr b="1" lang="ja" sz="1000">
                <a:solidFill>
                  <a:srgbClr val="434343"/>
                </a:solidFill>
                <a:latin typeface="Zen Kaku Gothic New"/>
                <a:ea typeface="Zen Kaku Gothic New"/>
                <a:cs typeface="Zen Kaku Gothic New"/>
                <a:sym typeface="Zen Kaku Gothic New"/>
              </a:rPr>
              <a:t>Project Manager</a:t>
            </a:r>
            <a:endParaRPr b="1" sz="1000">
              <a:solidFill>
                <a:srgbClr val="434343"/>
              </a:solidFill>
              <a:latin typeface="Zen Kaku Gothic New"/>
              <a:ea typeface="Zen Kaku Gothic New"/>
              <a:cs typeface="Zen Kaku Gothic New"/>
              <a:sym typeface="Zen Kaku Gothic New"/>
            </a:endParaRPr>
          </a:p>
        </p:txBody>
      </p:sp>
      <p:sp>
        <p:nvSpPr>
          <p:cNvPr id="245" name="Google Shape;245;p22"/>
          <p:cNvSpPr txBox="1"/>
          <p:nvPr/>
        </p:nvSpPr>
        <p:spPr>
          <a:xfrm>
            <a:off x="547125" y="2843866"/>
            <a:ext cx="28605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Creative &amp; Engineering / PMP4</a:t>
            </a:r>
            <a:endParaRPr sz="900">
              <a:solidFill>
                <a:srgbClr val="000000"/>
              </a:solidFill>
              <a:latin typeface="Zen Kaku Gothic New Medium"/>
              <a:ea typeface="Zen Kaku Gothic New Medium"/>
              <a:cs typeface="Zen Kaku Gothic New Medium"/>
              <a:sym typeface="Zen Kaku Gothic New Medium"/>
            </a:endParaRPr>
          </a:p>
        </p:txBody>
      </p:sp>
      <p:sp>
        <p:nvSpPr>
          <p:cNvPr id="246" name="Google Shape;246;p22"/>
          <p:cNvSpPr txBox="1"/>
          <p:nvPr/>
        </p:nvSpPr>
        <p:spPr>
          <a:xfrm>
            <a:off x="547125" y="3011241"/>
            <a:ext cx="28605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ja" sz="900">
                <a:solidFill>
                  <a:srgbClr val="4D4D4D"/>
                </a:solidFill>
                <a:latin typeface="Zen Kaku Gothic New Medium"/>
                <a:ea typeface="Zen Kaku Gothic New Medium"/>
                <a:cs typeface="Zen Kaku Gothic New Medium"/>
                <a:sym typeface="Zen Kaku Gothic New Medium"/>
              </a:rPr>
              <a:t>Oracle Gold（取得資格・タイトル）</a:t>
            </a:r>
            <a:endParaRPr sz="900">
              <a:solidFill>
                <a:srgbClr val="000000"/>
              </a:solidFill>
              <a:latin typeface="Zen Kaku Gothic New Medium"/>
              <a:ea typeface="Zen Kaku Gothic New Medium"/>
              <a:cs typeface="Zen Kaku Gothic New Medium"/>
              <a:sym typeface="Zen Kaku Gothic New Medium"/>
            </a:endParaRPr>
          </a:p>
        </p:txBody>
      </p:sp>
      <p:sp>
        <p:nvSpPr>
          <p:cNvPr id="247" name="Google Shape;247;p22"/>
          <p:cNvSpPr txBox="1"/>
          <p:nvPr/>
        </p:nvSpPr>
        <p:spPr>
          <a:xfrm>
            <a:off x="34325" y="28775"/>
            <a:ext cx="512700" cy="33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000">
                <a:solidFill>
                  <a:srgbClr val="F8F8F8"/>
                </a:solidFill>
              </a:rPr>
              <a:t>ID: </a:t>
            </a:r>
            <a:endParaRPr sz="1000">
              <a:solidFill>
                <a:srgbClr val="F8F8F8"/>
              </a:solidFill>
            </a:endParaRPr>
          </a:p>
        </p:txBody>
      </p:sp>
      <p:pic>
        <p:nvPicPr>
          <p:cNvPr id="248" name="Google Shape;248;p22"/>
          <p:cNvPicPr preferRelativeResize="0"/>
          <p:nvPr/>
        </p:nvPicPr>
        <p:blipFill rotWithShape="1">
          <a:blip r:embed="rId3">
            <a:alphaModFix/>
          </a:blip>
          <a:srcRect b="0" l="0" r="0" t="0"/>
          <a:stretch/>
        </p:blipFill>
        <p:spPr>
          <a:xfrm>
            <a:off x="547125" y="715723"/>
            <a:ext cx="2473500" cy="1855200"/>
          </a:xfrm>
          <a:prstGeom prst="roundRect">
            <a:avLst>
              <a:gd fmla="val 4954" name="adj"/>
            </a:avLst>
          </a:prstGeom>
          <a:noFill/>
          <a:ln>
            <a:noFill/>
          </a:ln>
        </p:spPr>
      </p:pic>
      <p:sp>
        <p:nvSpPr>
          <p:cNvPr id="249" name="Google Shape;249;p22"/>
          <p:cNvSpPr/>
          <p:nvPr/>
        </p:nvSpPr>
        <p:spPr>
          <a:xfrm>
            <a:off x="6531925" y="400875"/>
            <a:ext cx="1044000" cy="270000"/>
          </a:xfrm>
          <a:prstGeom prst="roundRect">
            <a:avLst>
              <a:gd fmla="val 10413"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chemeClr val="accent1"/>
                </a:solidFill>
                <a:latin typeface="Zen Kaku Gothic New"/>
                <a:ea typeface="Zen Kaku Gothic New"/>
                <a:cs typeface="Zen Kaku Gothic New"/>
                <a:sym typeface="Zen Kaku Gothic New"/>
              </a:rPr>
              <a:t>Key Member</a:t>
            </a:r>
            <a:endParaRPr b="1" sz="1100">
              <a:solidFill>
                <a:schemeClr val="accent1"/>
              </a:solidFill>
              <a:latin typeface="Zen Kaku Gothic New"/>
              <a:ea typeface="Zen Kaku Gothic New"/>
              <a:cs typeface="Zen Kaku Gothic New"/>
              <a:sym typeface="Zen Kaku Gothic New"/>
            </a:endParaRPr>
          </a:p>
        </p:txBody>
      </p:sp>
      <p:sp>
        <p:nvSpPr>
          <p:cNvPr id="250" name="Google Shape;250;p22"/>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メンバー紹介</a:t>
            </a:r>
            <a:endParaRPr/>
          </a:p>
        </p:txBody>
      </p:sp>
      <p:sp>
        <p:nvSpPr>
          <p:cNvPr id="251" name="Google Shape;251;p22"/>
          <p:cNvSpPr/>
          <p:nvPr/>
        </p:nvSpPr>
        <p:spPr>
          <a:xfrm>
            <a:off x="7650000" y="400875"/>
            <a:ext cx="1044000" cy="270000"/>
          </a:xfrm>
          <a:prstGeom prst="roundRect">
            <a:avLst>
              <a:gd fmla="val 1041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Sun Asterisk</a:t>
            </a:r>
            <a:endParaRPr b="1" sz="11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3"/>
          <p:cNvSpPr txBox="1"/>
          <p:nvPr>
            <p:ph type="title"/>
          </p:nvPr>
        </p:nvSpPr>
        <p:spPr>
          <a:xfrm>
            <a:off x="1188000" y="1800000"/>
            <a:ext cx="8520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ja"/>
              <a:t>Member Introduction</a:t>
            </a:r>
            <a:endParaRPr/>
          </a:p>
        </p:txBody>
      </p:sp>
      <p:sp>
        <p:nvSpPr>
          <p:cNvPr id="257" name="Google Shape;257;p23"/>
          <p:cNvSpPr txBox="1"/>
          <p:nvPr/>
        </p:nvSpPr>
        <p:spPr>
          <a:xfrm>
            <a:off x="1188000" y="2430741"/>
            <a:ext cx="283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600">
                <a:solidFill>
                  <a:schemeClr val="lt1"/>
                </a:solidFill>
                <a:latin typeface="Noto Sans JP"/>
                <a:ea typeface="Noto Sans JP"/>
                <a:cs typeface="Noto Sans JP"/>
                <a:sym typeface="Noto Sans JP"/>
              </a:rPr>
              <a:t>{Client Company}</a:t>
            </a:r>
            <a:endParaRPr sz="16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61" name="Shape 261"/>
        <p:cNvGrpSpPr/>
        <p:nvPr/>
      </p:nvGrpSpPr>
      <p:grpSpPr>
        <a:xfrm>
          <a:off x="0" y="0"/>
          <a:ext cx="0" cy="0"/>
          <a:chOff x="0" y="0"/>
          <a:chExt cx="0" cy="0"/>
        </a:xfrm>
      </p:grpSpPr>
      <p:sp>
        <p:nvSpPr>
          <p:cNvPr id="262" name="Google Shape;262;p24"/>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Member Introduction</a:t>
            </a:r>
            <a:endParaRPr b="1"/>
          </a:p>
        </p:txBody>
      </p:sp>
      <p:sp>
        <p:nvSpPr>
          <p:cNvPr id="263" name="Google Shape;263;p24"/>
          <p:cNvSpPr txBox="1"/>
          <p:nvPr>
            <p:ph idx="1" type="subTitle"/>
          </p:nvPr>
        </p:nvSpPr>
        <p:spPr>
          <a:xfrm>
            <a:off x="194921" y="98646"/>
            <a:ext cx="8280000" cy="232200"/>
          </a:xfrm>
          <a:prstGeom prst="rect">
            <a:avLst/>
          </a:prstGeom>
          <a:ln>
            <a:noFill/>
          </a:ln>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Members  ｜  </a:t>
            </a:r>
            <a:r>
              <a:rPr lang="ja">
                <a:solidFill>
                  <a:schemeClr val="accent1"/>
                </a:solidFill>
              </a:rPr>
              <a:t>メンバー紹介</a:t>
            </a:r>
            <a:endParaRPr>
              <a:solidFill>
                <a:schemeClr val="accent1"/>
              </a:solidFill>
            </a:endParaRPr>
          </a:p>
        </p:txBody>
      </p:sp>
      <p:sp>
        <p:nvSpPr>
          <p:cNvPr id="264" name="Google Shape;264;p24"/>
          <p:cNvSpPr/>
          <p:nvPr/>
        </p:nvSpPr>
        <p:spPr>
          <a:xfrm>
            <a:off x="7422900" y="400875"/>
            <a:ext cx="1271100" cy="270000"/>
          </a:xfrm>
          <a:prstGeom prst="roundRect">
            <a:avLst>
              <a:gd fmla="val 1041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100">
                <a:solidFill>
                  <a:srgbClr val="FFFFFF"/>
                </a:solidFill>
                <a:latin typeface="Zen Kaku Gothic New"/>
                <a:ea typeface="Zen Kaku Gothic New"/>
                <a:cs typeface="Zen Kaku Gothic New"/>
                <a:sym typeface="Zen Kaku Gothic New"/>
              </a:rPr>
              <a:t>[Client Company]</a:t>
            </a:r>
            <a:endParaRPr b="1" sz="1100">
              <a:solidFill>
                <a:srgbClr val="FFFFFF"/>
              </a:solidFill>
              <a:latin typeface="Zen Kaku Gothic New"/>
              <a:ea typeface="Zen Kaku Gothic New"/>
              <a:cs typeface="Zen Kaku Gothic New"/>
              <a:sym typeface="Zen Kaku Gothic New"/>
            </a:endParaRPr>
          </a:p>
        </p:txBody>
      </p:sp>
      <p:sp>
        <p:nvSpPr>
          <p:cNvPr id="265" name="Google Shape;265;p24"/>
          <p:cNvSpPr/>
          <p:nvPr/>
        </p:nvSpPr>
        <p:spPr>
          <a:xfrm>
            <a:off x="25437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4"/>
          <p:cNvPicPr preferRelativeResize="0"/>
          <p:nvPr/>
        </p:nvPicPr>
        <p:blipFill rotWithShape="1">
          <a:blip r:embed="rId3">
            <a:alphaModFix/>
          </a:blip>
          <a:srcRect b="2732" l="0" r="0" t="2732"/>
          <a:stretch/>
        </p:blipFill>
        <p:spPr>
          <a:xfrm>
            <a:off x="2707652" y="1082675"/>
            <a:ext cx="1635000" cy="1159200"/>
          </a:xfrm>
          <a:prstGeom prst="roundRect">
            <a:avLst>
              <a:gd fmla="val 4525" name="adj"/>
            </a:avLst>
          </a:prstGeom>
          <a:noFill/>
          <a:ln>
            <a:noFill/>
          </a:ln>
        </p:spPr>
      </p:pic>
      <p:sp>
        <p:nvSpPr>
          <p:cNvPr id="267" name="Google Shape;267;p24"/>
          <p:cNvSpPr/>
          <p:nvPr/>
        </p:nvSpPr>
        <p:spPr>
          <a:xfrm>
            <a:off x="46374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4"/>
          <p:cNvSpPr/>
          <p:nvPr/>
        </p:nvSpPr>
        <p:spPr>
          <a:xfrm>
            <a:off x="6731101"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9" name="Google Shape;269;p24"/>
          <p:cNvPicPr preferRelativeResize="0"/>
          <p:nvPr/>
        </p:nvPicPr>
        <p:blipFill rotWithShape="1">
          <a:blip r:embed="rId3">
            <a:alphaModFix/>
          </a:blip>
          <a:srcRect b="2732" l="0" r="0" t="2732"/>
          <a:stretch/>
        </p:blipFill>
        <p:spPr>
          <a:xfrm>
            <a:off x="4801352" y="1082675"/>
            <a:ext cx="1635000" cy="1159200"/>
          </a:xfrm>
          <a:prstGeom prst="roundRect">
            <a:avLst>
              <a:gd fmla="val 4525" name="adj"/>
            </a:avLst>
          </a:prstGeom>
          <a:noFill/>
          <a:ln>
            <a:noFill/>
          </a:ln>
        </p:spPr>
      </p:pic>
      <p:pic>
        <p:nvPicPr>
          <p:cNvPr id="270" name="Google Shape;270;p24"/>
          <p:cNvPicPr preferRelativeResize="0"/>
          <p:nvPr/>
        </p:nvPicPr>
        <p:blipFill rotWithShape="1">
          <a:blip r:embed="rId3">
            <a:alphaModFix/>
          </a:blip>
          <a:srcRect b="2732" l="0" r="0" t="2732"/>
          <a:stretch/>
        </p:blipFill>
        <p:spPr>
          <a:xfrm>
            <a:off x="6895052" y="1082675"/>
            <a:ext cx="1635000" cy="1159200"/>
          </a:xfrm>
          <a:prstGeom prst="roundRect">
            <a:avLst>
              <a:gd fmla="val 4525" name="adj"/>
            </a:avLst>
          </a:prstGeom>
          <a:noFill/>
          <a:ln>
            <a:noFill/>
          </a:ln>
        </p:spPr>
      </p:pic>
      <p:sp>
        <p:nvSpPr>
          <p:cNvPr id="271" name="Google Shape;271;p24"/>
          <p:cNvSpPr txBox="1"/>
          <p:nvPr/>
        </p:nvSpPr>
        <p:spPr>
          <a:xfrm>
            <a:off x="270970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72" name="Google Shape;272;p24"/>
          <p:cNvSpPr txBox="1"/>
          <p:nvPr/>
        </p:nvSpPr>
        <p:spPr>
          <a:xfrm>
            <a:off x="270970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73" name="Google Shape;273;p24"/>
          <p:cNvSpPr txBox="1"/>
          <p:nvPr/>
        </p:nvSpPr>
        <p:spPr>
          <a:xfrm>
            <a:off x="270970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74" name="Google Shape;274;p24"/>
          <p:cNvSpPr txBox="1"/>
          <p:nvPr/>
        </p:nvSpPr>
        <p:spPr>
          <a:xfrm>
            <a:off x="270560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
        <p:nvSpPr>
          <p:cNvPr id="275" name="Google Shape;275;p24"/>
          <p:cNvSpPr txBox="1"/>
          <p:nvPr/>
        </p:nvSpPr>
        <p:spPr>
          <a:xfrm>
            <a:off x="480340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76" name="Google Shape;276;p24"/>
          <p:cNvSpPr txBox="1"/>
          <p:nvPr/>
        </p:nvSpPr>
        <p:spPr>
          <a:xfrm>
            <a:off x="480340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77" name="Google Shape;277;p24"/>
          <p:cNvSpPr txBox="1"/>
          <p:nvPr/>
        </p:nvSpPr>
        <p:spPr>
          <a:xfrm>
            <a:off x="480340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78" name="Google Shape;278;p24"/>
          <p:cNvSpPr txBox="1"/>
          <p:nvPr/>
        </p:nvSpPr>
        <p:spPr>
          <a:xfrm>
            <a:off x="479930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
        <p:nvSpPr>
          <p:cNvPr id="279" name="Google Shape;279;p24"/>
          <p:cNvSpPr txBox="1"/>
          <p:nvPr/>
        </p:nvSpPr>
        <p:spPr>
          <a:xfrm>
            <a:off x="689710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80" name="Google Shape;280;p24"/>
          <p:cNvSpPr txBox="1"/>
          <p:nvPr/>
        </p:nvSpPr>
        <p:spPr>
          <a:xfrm>
            <a:off x="689710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81" name="Google Shape;281;p24"/>
          <p:cNvSpPr txBox="1"/>
          <p:nvPr/>
        </p:nvSpPr>
        <p:spPr>
          <a:xfrm>
            <a:off x="689710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82" name="Google Shape;282;p24"/>
          <p:cNvSpPr txBox="1"/>
          <p:nvPr/>
        </p:nvSpPr>
        <p:spPr>
          <a:xfrm>
            <a:off x="689300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
        <p:nvSpPr>
          <p:cNvPr id="283" name="Google Shape;283;p24"/>
          <p:cNvSpPr/>
          <p:nvPr/>
        </p:nvSpPr>
        <p:spPr>
          <a:xfrm>
            <a:off x="450000" y="908975"/>
            <a:ext cx="1962900" cy="3756600"/>
          </a:xfrm>
          <a:prstGeom prst="roundRect">
            <a:avLst>
              <a:gd fmla="val 217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4" name="Google Shape;284;p24"/>
          <p:cNvPicPr preferRelativeResize="0"/>
          <p:nvPr/>
        </p:nvPicPr>
        <p:blipFill rotWithShape="1">
          <a:blip r:embed="rId3">
            <a:alphaModFix/>
          </a:blip>
          <a:srcRect b="2732" l="0" r="0" t="2732"/>
          <a:stretch/>
        </p:blipFill>
        <p:spPr>
          <a:xfrm>
            <a:off x="618050" y="1082675"/>
            <a:ext cx="1635000" cy="1159200"/>
          </a:xfrm>
          <a:prstGeom prst="roundRect">
            <a:avLst>
              <a:gd fmla="val 4525" name="adj"/>
            </a:avLst>
          </a:prstGeom>
          <a:noFill/>
          <a:ln>
            <a:noFill/>
          </a:ln>
        </p:spPr>
      </p:pic>
      <p:sp>
        <p:nvSpPr>
          <p:cNvPr id="285" name="Google Shape;285;p24"/>
          <p:cNvSpPr txBox="1"/>
          <p:nvPr/>
        </p:nvSpPr>
        <p:spPr>
          <a:xfrm>
            <a:off x="618050" y="2473225"/>
            <a:ext cx="1635000" cy="293700"/>
          </a:xfrm>
          <a:prstGeom prst="rect">
            <a:avLst/>
          </a:prstGeom>
          <a:noFill/>
          <a:ln>
            <a:noFill/>
          </a:ln>
        </p:spPr>
        <p:txBody>
          <a:bodyPr anchorCtr="0" anchor="t" bIns="54000" lIns="0" spcFirstLastPara="1" rIns="0" wrap="square" tIns="54000">
            <a:spAutoFit/>
          </a:bodyPr>
          <a:lstStyle/>
          <a:p>
            <a:pPr indent="0" lvl="0" marL="0" rtl="0" algn="l">
              <a:spcBef>
                <a:spcPts val="0"/>
              </a:spcBef>
              <a:spcAft>
                <a:spcPts val="0"/>
              </a:spcAft>
              <a:buNone/>
            </a:pPr>
            <a:r>
              <a:rPr b="1" lang="ja" sz="1200">
                <a:solidFill>
                  <a:srgbClr val="333333"/>
                </a:solidFill>
                <a:latin typeface="Zen Kaku Gothic New"/>
                <a:ea typeface="Zen Kaku Gothic New"/>
                <a:cs typeface="Zen Kaku Gothic New"/>
                <a:sym typeface="Zen Kaku Gothic New"/>
              </a:rPr>
              <a:t>jp_name</a:t>
            </a:r>
            <a:endParaRPr b="1" sz="1200">
              <a:solidFill>
                <a:srgbClr val="333333"/>
              </a:solidFill>
              <a:latin typeface="Zen Kaku Gothic New"/>
              <a:ea typeface="Zen Kaku Gothic New"/>
              <a:cs typeface="Zen Kaku Gothic New"/>
              <a:sym typeface="Zen Kaku Gothic New"/>
            </a:endParaRPr>
          </a:p>
        </p:txBody>
      </p:sp>
      <p:sp>
        <p:nvSpPr>
          <p:cNvPr id="286" name="Google Shape;286;p24"/>
          <p:cNvSpPr txBox="1"/>
          <p:nvPr/>
        </p:nvSpPr>
        <p:spPr>
          <a:xfrm>
            <a:off x="618050" y="2714766"/>
            <a:ext cx="1635000" cy="1749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900">
                <a:solidFill>
                  <a:srgbClr val="A3A9AC"/>
                </a:solidFill>
                <a:latin typeface="Zen Kaku Gothic New"/>
                <a:ea typeface="Zen Kaku Gothic New"/>
                <a:cs typeface="Zen Kaku Gothic New"/>
                <a:sym typeface="Zen Kaku Gothic New"/>
              </a:rPr>
              <a:t>en_name</a:t>
            </a:r>
            <a:endParaRPr b="1" sz="900">
              <a:solidFill>
                <a:srgbClr val="A3A9AC"/>
              </a:solidFill>
              <a:latin typeface="Zen Kaku Gothic New"/>
              <a:ea typeface="Zen Kaku Gothic New"/>
              <a:cs typeface="Zen Kaku Gothic New"/>
              <a:sym typeface="Zen Kaku Gothic New"/>
            </a:endParaRPr>
          </a:p>
        </p:txBody>
      </p:sp>
      <p:sp>
        <p:nvSpPr>
          <p:cNvPr id="287" name="Google Shape;287;p24"/>
          <p:cNvSpPr txBox="1"/>
          <p:nvPr/>
        </p:nvSpPr>
        <p:spPr>
          <a:xfrm>
            <a:off x="618050" y="2325550"/>
            <a:ext cx="1635000" cy="159600"/>
          </a:xfrm>
          <a:prstGeom prst="rect">
            <a:avLst/>
          </a:prstGeom>
          <a:noFill/>
          <a:ln>
            <a:noFill/>
          </a:ln>
        </p:spPr>
        <p:txBody>
          <a:bodyPr anchorCtr="0" anchor="t" bIns="18000" lIns="0" spcFirstLastPara="1" rIns="0" wrap="square" tIns="18000">
            <a:spAutoFit/>
          </a:bodyPr>
          <a:lstStyle/>
          <a:p>
            <a:pPr indent="0" lvl="0" marL="0" rtl="0" algn="l">
              <a:lnSpc>
                <a:spcPct val="165000"/>
              </a:lnSpc>
              <a:spcBef>
                <a:spcPts val="0"/>
              </a:spcBef>
              <a:spcAft>
                <a:spcPts val="0"/>
              </a:spcAft>
              <a:buNone/>
            </a:pPr>
            <a:r>
              <a:rPr b="1" lang="ja" sz="800">
                <a:solidFill>
                  <a:srgbClr val="434343"/>
                </a:solidFill>
                <a:latin typeface="Zen Kaku Gothic New"/>
                <a:ea typeface="Zen Kaku Gothic New"/>
                <a:cs typeface="Zen Kaku Gothic New"/>
                <a:sym typeface="Zen Kaku Gothic New"/>
              </a:rPr>
              <a:t>occupation</a:t>
            </a:r>
            <a:endParaRPr b="1" sz="800">
              <a:solidFill>
                <a:srgbClr val="434343"/>
              </a:solidFill>
              <a:latin typeface="Zen Kaku Gothic New"/>
              <a:ea typeface="Zen Kaku Gothic New"/>
              <a:cs typeface="Zen Kaku Gothic New"/>
              <a:sym typeface="Zen Kaku Gothic New"/>
            </a:endParaRPr>
          </a:p>
        </p:txBody>
      </p:sp>
      <p:sp>
        <p:nvSpPr>
          <p:cNvPr id="288" name="Google Shape;288;p24"/>
          <p:cNvSpPr txBox="1"/>
          <p:nvPr/>
        </p:nvSpPr>
        <p:spPr>
          <a:xfrm>
            <a:off x="613950" y="2918325"/>
            <a:ext cx="1635000" cy="1572000"/>
          </a:xfrm>
          <a:prstGeom prst="rect">
            <a:avLst/>
          </a:prstGeom>
          <a:noFill/>
          <a:ln>
            <a:noFill/>
          </a:ln>
        </p:spPr>
        <p:txBody>
          <a:bodyPr anchorCtr="0" anchor="t" bIns="54000" lIns="0" spcFirstLastPara="1" rIns="0" wrap="square" tIns="54000">
            <a:noAutofit/>
          </a:bodyPr>
          <a:lstStyle/>
          <a:p>
            <a:pPr indent="0" lvl="0" marL="0" rtl="0" algn="l">
              <a:lnSpc>
                <a:spcPct val="115000"/>
              </a:lnSpc>
              <a:spcBef>
                <a:spcPts val="0"/>
              </a:spcBef>
              <a:spcAft>
                <a:spcPts val="0"/>
              </a:spcAft>
              <a:buNone/>
            </a:pPr>
            <a:r>
              <a:rPr lang="ja" sz="800">
                <a:solidFill>
                  <a:srgbClr val="4D4D4D"/>
                </a:solidFill>
                <a:latin typeface="Noto Sans JP"/>
                <a:ea typeface="Noto Sans JP"/>
                <a:cs typeface="Noto Sans JP"/>
                <a:sym typeface="Noto Sans JP"/>
              </a:rPr>
              <a:t>Please enter …</a:t>
            </a:r>
            <a:endParaRPr sz="800">
              <a:solidFill>
                <a:srgbClr val="4D4D4D"/>
              </a:solidFill>
              <a:latin typeface="Noto Sans JP"/>
              <a:ea typeface="Noto Sans JP"/>
              <a:cs typeface="Noto Sans JP"/>
              <a:sym typeface="Noto Sans J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5"/>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Background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6"/>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The business environment surrounding the project</a:t>
            </a:r>
            <a:endParaRPr/>
          </a:p>
        </p:txBody>
      </p:sp>
      <p:sp>
        <p:nvSpPr>
          <p:cNvPr id="299" name="Google Shape;299;p26"/>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Background  ｜ </a:t>
            </a:r>
            <a:r>
              <a:rPr b="0" lang="ja"/>
              <a:t> </a:t>
            </a:r>
            <a:r>
              <a:rPr lang="ja">
                <a:solidFill>
                  <a:schemeClr val="accent1"/>
                </a:solidFill>
              </a:rPr>
              <a:t>プロジェクトを取り巻くビジネスの状況</a:t>
            </a:r>
            <a:endParaRPr/>
          </a:p>
        </p:txBody>
      </p:sp>
      <p:sp>
        <p:nvSpPr>
          <p:cNvPr id="300" name="Google Shape;300;p26"/>
          <p:cNvSpPr/>
          <p:nvPr/>
        </p:nvSpPr>
        <p:spPr>
          <a:xfrm>
            <a:off x="450000" y="1089838"/>
            <a:ext cx="8280000" cy="1001700"/>
          </a:xfrm>
          <a:prstGeom prst="roundRect">
            <a:avLst>
              <a:gd fmla="val 82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3年前から</a:t>
            </a:r>
            <a:r>
              <a:rPr lang="ja" sz="1000">
                <a:solidFill>
                  <a:schemeClr val="dk1"/>
                </a:solidFill>
                <a:latin typeface="Noto Sans JP"/>
                <a:ea typeface="Noto Sans JP"/>
                <a:cs typeface="Noto Sans JP"/>
                <a:sym typeface="Noto Sans JP"/>
              </a:rPr>
              <a:t>旧システムでサービスを展開中</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去年新</a:t>
            </a:r>
            <a:r>
              <a:rPr lang="ja" sz="1000">
                <a:solidFill>
                  <a:schemeClr val="dk1"/>
                </a:solidFill>
                <a:latin typeface="Noto Sans JP"/>
                <a:ea typeface="Noto Sans JP"/>
                <a:cs typeface="Noto Sans JP"/>
                <a:sym typeface="Noto Sans JP"/>
              </a:rPr>
              <a:t>システム</a:t>
            </a:r>
            <a:r>
              <a:rPr lang="ja" sz="1000">
                <a:solidFill>
                  <a:schemeClr val="dk1"/>
                </a:solidFill>
                <a:latin typeface="Noto Sans JP"/>
                <a:ea typeface="Noto Sans JP"/>
                <a:cs typeface="Noto Sans JP"/>
                <a:sym typeface="Noto Sans JP"/>
              </a:rPr>
              <a:t>に刷新も既存のユーザを確保できずシュリンク状態</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関連会社買収により本サービスのシナジーが</a:t>
            </a:r>
            <a:r>
              <a:rPr lang="ja" sz="1000">
                <a:solidFill>
                  <a:schemeClr val="dk1"/>
                </a:solidFill>
                <a:latin typeface="Noto Sans JP"/>
                <a:ea typeface="Noto Sans JP"/>
                <a:cs typeface="Noto Sans JP"/>
                <a:sym typeface="Noto Sans JP"/>
              </a:rPr>
              <a:t>生まれるように変更したい</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機械学習に用いれると考えられるデータが蓄積されている</a:t>
            </a:r>
            <a:endParaRPr sz="1000">
              <a:solidFill>
                <a:schemeClr val="dk1"/>
              </a:solidFill>
              <a:latin typeface="Noto Sans JP"/>
              <a:ea typeface="Noto Sans JP"/>
              <a:cs typeface="Noto Sans JP"/>
              <a:sym typeface="Noto Sans JP"/>
            </a:endParaRPr>
          </a:p>
        </p:txBody>
      </p:sp>
      <p:sp>
        <p:nvSpPr>
          <p:cNvPr id="301" name="Google Shape;301;p26"/>
          <p:cNvSpPr/>
          <p:nvPr/>
        </p:nvSpPr>
        <p:spPr>
          <a:xfrm>
            <a:off x="450000" y="2585199"/>
            <a:ext cx="8280000" cy="824100"/>
          </a:xfrm>
          <a:prstGeom prst="roundRect">
            <a:avLst>
              <a:gd fmla="val 12001"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低年齢対象の教育コンテンツの提供</a:t>
            </a:r>
            <a:endParaRPr sz="1000">
              <a:solidFill>
                <a:schemeClr val="dk1"/>
              </a:solidFill>
              <a:latin typeface="Noto Sans JP"/>
              <a:ea typeface="Noto Sans JP"/>
              <a:cs typeface="Noto Sans JP"/>
              <a:sym typeface="Noto Sans JP"/>
            </a:endParaRPr>
          </a:p>
          <a:p>
            <a:pPr indent="-153500" lvl="0" marL="2250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オンラインの先生たちによるテストの添削サービス</a:t>
            </a:r>
            <a:endParaRPr sz="1000">
              <a:solidFill>
                <a:schemeClr val="dk1"/>
              </a:solidFill>
              <a:latin typeface="Noto Sans JP"/>
              <a:ea typeface="Noto Sans JP"/>
              <a:cs typeface="Noto Sans JP"/>
              <a:sym typeface="Noto Sans JP"/>
            </a:endParaRPr>
          </a:p>
          <a:p>
            <a:pPr indent="0" lvl="0" marL="0" rtl="0" algn="l">
              <a:lnSpc>
                <a:spcPct val="125000"/>
              </a:lnSpc>
              <a:spcBef>
                <a:spcPts val="0"/>
              </a:spcBef>
              <a:spcAft>
                <a:spcPts val="0"/>
              </a:spcAft>
              <a:buNone/>
            </a:pPr>
            <a:r>
              <a:t/>
            </a:r>
            <a:endParaRPr sz="1000">
              <a:solidFill>
                <a:schemeClr val="dk1"/>
              </a:solidFill>
              <a:latin typeface="Noto Sans JP"/>
              <a:ea typeface="Noto Sans JP"/>
              <a:cs typeface="Noto Sans JP"/>
              <a:sym typeface="Noto Sans JP"/>
            </a:endParaRPr>
          </a:p>
        </p:txBody>
      </p:sp>
      <p:sp>
        <p:nvSpPr>
          <p:cNvPr id="302" name="Google Shape;302;p26"/>
          <p:cNvSpPr/>
          <p:nvPr/>
        </p:nvSpPr>
        <p:spPr>
          <a:xfrm>
            <a:off x="450000" y="3905950"/>
            <a:ext cx="8280000" cy="633000"/>
          </a:xfrm>
          <a:prstGeom prst="roundRect">
            <a:avLst>
              <a:gd fmla="val 1307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marR="0" rtl="0" algn="l">
              <a:lnSpc>
                <a:spcPct val="11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現在シェア2位の会社がサービスを成長させている</a:t>
            </a:r>
            <a:endParaRPr sz="1000">
              <a:solidFill>
                <a:schemeClr val="dk1"/>
              </a:solidFill>
              <a:latin typeface="Noto Sans JP"/>
              <a:ea typeface="Noto Sans JP"/>
              <a:cs typeface="Noto Sans JP"/>
              <a:sym typeface="Noto Sans JP"/>
            </a:endParaRPr>
          </a:p>
          <a:p>
            <a:pPr indent="-153500" lvl="0" marL="225000" rtl="0" algn="l">
              <a:lnSpc>
                <a:spcPct val="11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展開している海外の国において個人情報の扱いが変更になりサービス拡充を求められる可能性がある</a:t>
            </a:r>
            <a:endParaRPr sz="1000">
              <a:solidFill>
                <a:schemeClr val="dk1"/>
              </a:solidFill>
              <a:latin typeface="Noto Sans JP"/>
              <a:ea typeface="Noto Sans JP"/>
              <a:cs typeface="Noto Sans JP"/>
              <a:sym typeface="Noto Sans JP"/>
            </a:endParaRPr>
          </a:p>
        </p:txBody>
      </p:sp>
      <p:sp>
        <p:nvSpPr>
          <p:cNvPr id="303" name="Google Shape;303;p26"/>
          <p:cNvSpPr txBox="1"/>
          <p:nvPr>
            <p:ph type="title"/>
          </p:nvPr>
        </p:nvSpPr>
        <p:spPr>
          <a:xfrm>
            <a:off x="450000" y="772375"/>
            <a:ext cx="82800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b="1" lang="ja" sz="1100">
                <a:latin typeface="Noto Sans JP"/>
                <a:ea typeface="Noto Sans JP"/>
                <a:cs typeface="Noto Sans JP"/>
                <a:sym typeface="Noto Sans JP"/>
              </a:rPr>
              <a:t>プロジェクトに関する自社の状況</a:t>
            </a:r>
            <a:endParaRPr b="1" sz="1100">
              <a:latin typeface="Noto Sans JP"/>
              <a:ea typeface="Noto Sans JP"/>
              <a:cs typeface="Noto Sans JP"/>
              <a:sym typeface="Noto Sans JP"/>
            </a:endParaRPr>
          </a:p>
        </p:txBody>
      </p:sp>
      <p:sp>
        <p:nvSpPr>
          <p:cNvPr id="304" name="Google Shape;304;p26"/>
          <p:cNvSpPr txBox="1"/>
          <p:nvPr>
            <p:ph type="title"/>
          </p:nvPr>
        </p:nvSpPr>
        <p:spPr>
          <a:xfrm>
            <a:off x="450000" y="2287837"/>
            <a:ext cx="82800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b="1" lang="ja" sz="1100">
                <a:latin typeface="Noto Sans JP"/>
                <a:ea typeface="Noto Sans JP"/>
                <a:cs typeface="Noto Sans JP"/>
                <a:sym typeface="Noto Sans JP"/>
              </a:rPr>
              <a:t>既存サービスできていたこと</a:t>
            </a:r>
            <a:endParaRPr b="1" sz="1100">
              <a:latin typeface="Noto Sans JP"/>
              <a:ea typeface="Noto Sans JP"/>
              <a:cs typeface="Noto Sans JP"/>
              <a:sym typeface="Noto Sans JP"/>
            </a:endParaRPr>
          </a:p>
        </p:txBody>
      </p:sp>
      <p:sp>
        <p:nvSpPr>
          <p:cNvPr id="305" name="Google Shape;305;p26"/>
          <p:cNvSpPr txBox="1"/>
          <p:nvPr>
            <p:ph type="title"/>
          </p:nvPr>
        </p:nvSpPr>
        <p:spPr>
          <a:xfrm>
            <a:off x="450000" y="3588487"/>
            <a:ext cx="82800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b="1" lang="ja" sz="1100">
                <a:latin typeface="Noto Sans JP"/>
                <a:ea typeface="Noto Sans JP"/>
                <a:cs typeface="Noto Sans JP"/>
                <a:sym typeface="Noto Sans JP"/>
              </a:rPr>
              <a:t>競合や市況自体</a:t>
            </a:r>
            <a:endParaRPr b="1" sz="1100">
              <a:latin typeface="Noto Sans JP"/>
              <a:ea typeface="Noto Sans JP"/>
              <a:cs typeface="Noto Sans JP"/>
              <a:sym typeface="Noto Sans JP"/>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p:nvPr/>
        </p:nvSpPr>
        <p:spPr>
          <a:xfrm>
            <a:off x="450000" y="2585200"/>
            <a:ext cx="4011600" cy="1938000"/>
          </a:xfrm>
          <a:prstGeom prst="roundRect">
            <a:avLst>
              <a:gd fmla="val 593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低年齢対象の教育コンテンツの提供</a:t>
            </a:r>
            <a:endParaRPr sz="1000">
              <a:solidFill>
                <a:schemeClr val="lt1"/>
              </a:solidFill>
              <a:latin typeface="Noto Sans JP"/>
              <a:ea typeface="Noto Sans JP"/>
              <a:cs typeface="Noto Sans JP"/>
              <a:sym typeface="Noto Sans JP"/>
            </a:endParaRPr>
          </a:p>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オンラインの先生たちによるテストの添削サービス</a:t>
            </a:r>
            <a:endParaRPr sz="1000">
              <a:solidFill>
                <a:schemeClr val="lt1"/>
              </a:solidFill>
              <a:latin typeface="Noto Sans JP"/>
              <a:ea typeface="Noto Sans JP"/>
              <a:cs typeface="Noto Sans JP"/>
              <a:sym typeface="Noto Sans JP"/>
            </a:endParaRPr>
          </a:p>
          <a:p>
            <a:pPr indent="0" lvl="0" marL="0" rtl="0" algn="l">
              <a:lnSpc>
                <a:spcPct val="125000"/>
              </a:lnSpc>
              <a:spcBef>
                <a:spcPts val="0"/>
              </a:spcBef>
              <a:spcAft>
                <a:spcPts val="0"/>
              </a:spcAft>
              <a:buNone/>
            </a:pPr>
            <a:r>
              <a:t/>
            </a:r>
            <a:endParaRPr sz="1000">
              <a:solidFill>
                <a:schemeClr val="lt1"/>
              </a:solidFill>
              <a:latin typeface="Noto Sans JP"/>
              <a:ea typeface="Noto Sans JP"/>
              <a:cs typeface="Noto Sans JP"/>
              <a:sym typeface="Noto Sans JP"/>
            </a:endParaRPr>
          </a:p>
        </p:txBody>
      </p:sp>
      <p:sp>
        <p:nvSpPr>
          <p:cNvPr id="311" name="Google Shape;311;p27"/>
          <p:cNvSpPr txBox="1"/>
          <p:nvPr>
            <p:ph type="title"/>
          </p:nvPr>
        </p:nvSpPr>
        <p:spPr>
          <a:xfrm>
            <a:off x="431997"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The business environment surrounding the project</a:t>
            </a:r>
            <a:endParaRPr/>
          </a:p>
        </p:txBody>
      </p:sp>
      <p:sp>
        <p:nvSpPr>
          <p:cNvPr id="312" name="Google Shape;312;p27"/>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Project Background  ｜ </a:t>
            </a:r>
            <a:r>
              <a:rPr b="0" lang="ja">
                <a:solidFill>
                  <a:srgbClr val="999999"/>
                </a:solidFill>
              </a:rPr>
              <a:t> </a:t>
            </a:r>
            <a:r>
              <a:rPr lang="ja">
                <a:solidFill>
                  <a:schemeClr val="accent1"/>
                </a:solidFill>
              </a:rPr>
              <a:t>プロジェクトを取り巻くビジネスの状況</a:t>
            </a:r>
            <a:endParaRPr>
              <a:solidFill>
                <a:schemeClr val="accent1"/>
              </a:solidFill>
            </a:endParaRPr>
          </a:p>
        </p:txBody>
      </p:sp>
      <p:sp>
        <p:nvSpPr>
          <p:cNvPr id="313" name="Google Shape;313;p27"/>
          <p:cNvSpPr txBox="1"/>
          <p:nvPr>
            <p:ph type="title"/>
          </p:nvPr>
        </p:nvSpPr>
        <p:spPr>
          <a:xfrm>
            <a:off x="450000" y="847738"/>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b="1" lang="ja" sz="1100">
                <a:latin typeface="Noto Sans JP"/>
                <a:ea typeface="Noto Sans JP"/>
                <a:cs typeface="Noto Sans JP"/>
                <a:sym typeface="Noto Sans JP"/>
              </a:rPr>
              <a:t>プロジェクトに関する自社の状況</a:t>
            </a:r>
            <a:endParaRPr b="1" sz="1100">
              <a:latin typeface="Noto Sans JP"/>
              <a:ea typeface="Noto Sans JP"/>
              <a:cs typeface="Noto Sans JP"/>
              <a:sym typeface="Noto Sans JP"/>
            </a:endParaRPr>
          </a:p>
        </p:txBody>
      </p:sp>
      <p:sp>
        <p:nvSpPr>
          <p:cNvPr id="314" name="Google Shape;314;p27"/>
          <p:cNvSpPr/>
          <p:nvPr/>
        </p:nvSpPr>
        <p:spPr>
          <a:xfrm>
            <a:off x="4688100" y="2585200"/>
            <a:ext cx="4011600" cy="1938000"/>
          </a:xfrm>
          <a:prstGeom prst="roundRect">
            <a:avLst>
              <a:gd fmla="val 593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現在シェア2位の会社がサービスを成長させている</a:t>
            </a:r>
            <a:endParaRPr sz="1000">
              <a:solidFill>
                <a:schemeClr val="lt1"/>
              </a:solidFill>
              <a:latin typeface="Noto Sans JP"/>
              <a:ea typeface="Noto Sans JP"/>
              <a:cs typeface="Noto Sans JP"/>
              <a:sym typeface="Noto Sans JP"/>
            </a:endParaRPr>
          </a:p>
          <a:p>
            <a:pPr indent="-153500" lvl="0" marL="225000" rtl="0" algn="l">
              <a:lnSpc>
                <a:spcPct val="12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展開している海外の国において個人情報の扱いが変更になりサービス拡充を求められる可能性がある</a:t>
            </a:r>
            <a:endParaRPr sz="1000">
              <a:solidFill>
                <a:schemeClr val="lt1"/>
              </a:solidFill>
              <a:latin typeface="Noto Sans JP"/>
              <a:ea typeface="Noto Sans JP"/>
              <a:cs typeface="Noto Sans JP"/>
              <a:sym typeface="Noto Sans JP"/>
            </a:endParaRPr>
          </a:p>
          <a:p>
            <a:pPr indent="0" lvl="0" marL="0" rtl="0" algn="l">
              <a:lnSpc>
                <a:spcPct val="125000"/>
              </a:lnSpc>
              <a:spcBef>
                <a:spcPts val="0"/>
              </a:spcBef>
              <a:spcAft>
                <a:spcPts val="0"/>
              </a:spcAft>
              <a:buNone/>
            </a:pPr>
            <a:r>
              <a:t/>
            </a:r>
            <a:endParaRPr sz="1000">
              <a:solidFill>
                <a:schemeClr val="lt1"/>
              </a:solidFill>
              <a:latin typeface="Noto Sans JP"/>
              <a:ea typeface="Noto Sans JP"/>
              <a:cs typeface="Noto Sans JP"/>
              <a:sym typeface="Noto Sans JP"/>
            </a:endParaRPr>
          </a:p>
        </p:txBody>
      </p:sp>
      <p:sp>
        <p:nvSpPr>
          <p:cNvPr id="315" name="Google Shape;315;p27"/>
          <p:cNvSpPr/>
          <p:nvPr/>
        </p:nvSpPr>
        <p:spPr>
          <a:xfrm>
            <a:off x="450000" y="1089838"/>
            <a:ext cx="8280000" cy="1001700"/>
          </a:xfrm>
          <a:prstGeom prst="roundRect">
            <a:avLst>
              <a:gd fmla="val 82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3年前から旧システムでサービスを展開中</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去年新システムに刷新も既存のユーザを確保できずシュリンク状態</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関連会社買収により本サービスのシナジーが生まれるように変更したい</a:t>
            </a:r>
            <a:endParaRPr sz="1000">
              <a:solidFill>
                <a:schemeClr val="dk1"/>
              </a:solidFill>
              <a:latin typeface="Noto Sans JP"/>
              <a:ea typeface="Noto Sans JP"/>
              <a:cs typeface="Noto Sans JP"/>
              <a:sym typeface="Noto Sans JP"/>
            </a:endParaRPr>
          </a:p>
          <a:p>
            <a:pPr indent="-158750" lvl="0" marL="228600"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機械学習に用いれると考えられるデータが蓄積されている</a:t>
            </a:r>
            <a:endParaRPr sz="1000">
              <a:solidFill>
                <a:schemeClr val="dk1"/>
              </a:solidFill>
              <a:latin typeface="Noto Sans JP"/>
              <a:ea typeface="Noto Sans JP"/>
              <a:cs typeface="Noto Sans JP"/>
              <a:sym typeface="Noto Sans JP"/>
            </a:endParaRPr>
          </a:p>
        </p:txBody>
      </p:sp>
      <p:sp>
        <p:nvSpPr>
          <p:cNvPr id="316" name="Google Shape;316;p27"/>
          <p:cNvSpPr txBox="1"/>
          <p:nvPr>
            <p:ph type="title"/>
          </p:nvPr>
        </p:nvSpPr>
        <p:spPr>
          <a:xfrm>
            <a:off x="450000" y="2287825"/>
            <a:ext cx="39672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b="1" lang="ja" sz="1100">
                <a:latin typeface="Noto Sans JP"/>
                <a:ea typeface="Noto Sans JP"/>
                <a:cs typeface="Noto Sans JP"/>
                <a:sym typeface="Noto Sans JP"/>
              </a:rPr>
              <a:t>既存サービスできていたこと</a:t>
            </a:r>
            <a:endParaRPr b="1" sz="1100">
              <a:latin typeface="Noto Sans JP"/>
              <a:ea typeface="Noto Sans JP"/>
              <a:cs typeface="Noto Sans JP"/>
              <a:sym typeface="Noto Sans JP"/>
            </a:endParaRPr>
          </a:p>
        </p:txBody>
      </p:sp>
      <p:sp>
        <p:nvSpPr>
          <p:cNvPr id="317" name="Google Shape;317;p27"/>
          <p:cNvSpPr txBox="1"/>
          <p:nvPr>
            <p:ph type="title"/>
          </p:nvPr>
        </p:nvSpPr>
        <p:spPr>
          <a:xfrm>
            <a:off x="4710300" y="2287825"/>
            <a:ext cx="3967200" cy="314700"/>
          </a:xfrm>
          <a:prstGeom prst="rect">
            <a:avLst/>
          </a:prstGeom>
          <a:noFill/>
          <a:ln>
            <a:noFill/>
          </a:ln>
        </p:spPr>
        <p:txBody>
          <a:bodyPr anchorCtr="0" anchor="t" bIns="72000" lIns="0" spcFirstLastPara="1" rIns="0" wrap="square" tIns="72000">
            <a:spAutoFit/>
          </a:bodyPr>
          <a:lstStyle/>
          <a:p>
            <a:pPr indent="0" lvl="0" marL="0" rtl="0" algn="l">
              <a:spcBef>
                <a:spcPts val="0"/>
              </a:spcBef>
              <a:spcAft>
                <a:spcPts val="0"/>
              </a:spcAft>
              <a:buNone/>
            </a:pPr>
            <a:r>
              <a:rPr lang="ja" sz="1100"/>
              <a:t>競合や市況自体</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8"/>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Goal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7"/>
        </a:solidFill>
      </p:bgPr>
    </p:bg>
    <p:spTree>
      <p:nvGrpSpPr>
        <p:cNvPr id="326" name="Shape 326"/>
        <p:cNvGrpSpPr/>
        <p:nvPr/>
      </p:nvGrpSpPr>
      <p:grpSpPr>
        <a:xfrm>
          <a:off x="0" y="0"/>
          <a:ext cx="0" cy="0"/>
          <a:chOff x="0" y="0"/>
          <a:chExt cx="0" cy="0"/>
        </a:xfrm>
      </p:grpSpPr>
      <p:sp>
        <p:nvSpPr>
          <p:cNvPr id="327" name="Google Shape;327;p29"/>
          <p:cNvSpPr txBox="1"/>
          <p:nvPr/>
        </p:nvSpPr>
        <p:spPr>
          <a:xfrm>
            <a:off x="790400" y="2343900"/>
            <a:ext cx="3297000" cy="646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3000">
                <a:solidFill>
                  <a:schemeClr val="accent1"/>
                </a:solidFill>
                <a:latin typeface="Zen Kaku Gothic New Black"/>
                <a:ea typeface="Zen Kaku Gothic New Black"/>
                <a:cs typeface="Zen Kaku Gothic New Black"/>
                <a:sym typeface="Zen Kaku Gothic New Black"/>
              </a:rPr>
              <a:t>Onion</a:t>
            </a:r>
            <a:endParaRPr sz="3000">
              <a:solidFill>
                <a:schemeClr val="accent1"/>
              </a:solidFill>
              <a:latin typeface="Zen Kaku Gothic New Black"/>
              <a:ea typeface="Zen Kaku Gothic New Black"/>
              <a:cs typeface="Zen Kaku Gothic New Black"/>
              <a:sym typeface="Zen Kaku Gothic New Black"/>
            </a:endParaRPr>
          </a:p>
        </p:txBody>
      </p:sp>
      <p:sp>
        <p:nvSpPr>
          <p:cNvPr id="328" name="Google Shape;328;p29"/>
          <p:cNvSpPr txBox="1"/>
          <p:nvPr/>
        </p:nvSpPr>
        <p:spPr>
          <a:xfrm>
            <a:off x="4968500" y="2066850"/>
            <a:ext cx="3677400" cy="1200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ja" sz="1200">
                <a:solidFill>
                  <a:schemeClr val="lt1"/>
                </a:solidFill>
                <a:latin typeface="Noto Sans JP"/>
                <a:ea typeface="Noto Sans JP"/>
                <a:cs typeface="Noto Sans JP"/>
                <a:sym typeface="Noto Sans JP"/>
              </a:rPr>
              <a:t>Onion</a:t>
            </a:r>
            <a:r>
              <a:rPr b="1" lang="ja" sz="1200">
                <a:solidFill>
                  <a:schemeClr val="lt1"/>
                </a:solidFill>
                <a:latin typeface="Noto Sans JP"/>
                <a:ea typeface="Noto Sans JP"/>
                <a:cs typeface="Noto Sans JP"/>
                <a:sym typeface="Noto Sans JP"/>
              </a:rPr>
              <a:t>の提供を通して、すべての子供たちにサービスを通して将来の選択肢を増やすための機会を平等に提供し、子どもの貧困から来る教育格差を無くすことを目指しています。</a:t>
            </a:r>
            <a:endParaRPr b="1" sz="1200">
              <a:solidFill>
                <a:schemeClr val="lt1"/>
              </a:solidFill>
              <a:latin typeface="Noto Sans JP"/>
              <a:ea typeface="Noto Sans JP"/>
              <a:cs typeface="Noto Sans JP"/>
              <a:sym typeface="Noto Sans JP"/>
            </a:endParaRPr>
          </a:p>
        </p:txBody>
      </p:sp>
      <p:sp>
        <p:nvSpPr>
          <p:cNvPr id="329" name="Google Shape;329;p29"/>
          <p:cNvSpPr txBox="1"/>
          <p:nvPr/>
        </p:nvSpPr>
        <p:spPr>
          <a:xfrm>
            <a:off x="4968500" y="1682250"/>
            <a:ext cx="803400" cy="3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200">
                <a:solidFill>
                  <a:schemeClr val="accent1"/>
                </a:solidFill>
                <a:latin typeface="Zen Kaku Gothic New"/>
                <a:ea typeface="Zen Kaku Gothic New"/>
                <a:cs typeface="Zen Kaku Gothic New"/>
                <a:sym typeface="Zen Kaku Gothic New"/>
              </a:rPr>
              <a:t>Vision</a:t>
            </a:r>
            <a:endParaRPr b="1" sz="1200">
              <a:solidFill>
                <a:schemeClr val="accent1"/>
              </a:solidFill>
              <a:latin typeface="Zen Kaku Gothic New"/>
              <a:ea typeface="Zen Kaku Gothic New"/>
              <a:cs typeface="Zen Kaku Gothic New"/>
              <a:sym typeface="Zen Kaku Gothic New"/>
            </a:endParaRPr>
          </a:p>
        </p:txBody>
      </p:sp>
      <p:sp>
        <p:nvSpPr>
          <p:cNvPr id="330" name="Google Shape;330;p29"/>
          <p:cNvSpPr txBox="1"/>
          <p:nvPr/>
        </p:nvSpPr>
        <p:spPr>
          <a:xfrm>
            <a:off x="790425" y="2099600"/>
            <a:ext cx="3297000" cy="38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chemeClr val="lt1"/>
                </a:solidFill>
                <a:latin typeface="Noto Sans JP"/>
                <a:ea typeface="Noto Sans JP"/>
                <a:cs typeface="Noto Sans JP"/>
                <a:sym typeface="Noto Sans JP"/>
              </a:rPr>
              <a:t>教育支援サービス</a:t>
            </a:r>
            <a:endParaRPr sz="1200">
              <a:solidFill>
                <a:schemeClr val="lt1"/>
              </a:solidFill>
              <a:latin typeface="Noto Sans JP"/>
              <a:ea typeface="Noto Sans JP"/>
              <a:cs typeface="Noto Sans JP"/>
              <a:sym typeface="Noto Sans JP"/>
            </a:endParaRPr>
          </a:p>
        </p:txBody>
      </p:sp>
      <p:sp>
        <p:nvSpPr>
          <p:cNvPr id="331" name="Google Shape;331;p29"/>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Goal  ｜ </a:t>
            </a:r>
            <a:r>
              <a:rPr b="0" lang="ja"/>
              <a:t> </a:t>
            </a:r>
            <a:r>
              <a:rPr lang="ja">
                <a:solidFill>
                  <a:schemeClr val="accent1"/>
                </a:solidFill>
              </a:rPr>
              <a:t>プロジェクトを通して成し遂げること</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0"/>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Milestone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524100" y="923175"/>
            <a:ext cx="2565000" cy="3688800"/>
          </a:xfrm>
          <a:prstGeom prst="roundRect">
            <a:avLst>
              <a:gd fmla="val 2406"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31"/>
          <p:cNvSpPr txBox="1"/>
          <p:nvPr/>
        </p:nvSpPr>
        <p:spPr>
          <a:xfrm>
            <a:off x="704175" y="11369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契約</a:t>
            </a:r>
            <a:r>
              <a:rPr b="1" lang="ja">
                <a:solidFill>
                  <a:schemeClr val="lt1"/>
                </a:solidFill>
                <a:latin typeface="Noto Sans JP"/>
                <a:ea typeface="Noto Sans JP"/>
                <a:cs typeface="Noto Sans JP"/>
                <a:sym typeface="Noto Sans JP"/>
              </a:rPr>
              <a:t>数</a:t>
            </a:r>
            <a:endParaRPr b="1">
              <a:solidFill>
                <a:schemeClr val="lt1"/>
              </a:solidFill>
              <a:latin typeface="Noto Sans JP"/>
              <a:ea typeface="Noto Sans JP"/>
              <a:cs typeface="Noto Sans JP"/>
              <a:sym typeface="Noto Sans JP"/>
            </a:endParaRPr>
          </a:p>
        </p:txBody>
      </p:sp>
      <p:sp>
        <p:nvSpPr>
          <p:cNvPr id="343" name="Google Shape;343;p31"/>
          <p:cNvSpPr/>
          <p:nvPr/>
        </p:nvSpPr>
        <p:spPr>
          <a:xfrm>
            <a:off x="704175" y="2667625"/>
            <a:ext cx="581100" cy="2322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rgbClr val="434343"/>
                </a:solidFill>
                <a:latin typeface="Noto Sans JP"/>
                <a:ea typeface="Noto Sans JP"/>
                <a:cs typeface="Noto Sans JP"/>
                <a:sym typeface="Noto Sans JP"/>
              </a:rPr>
              <a:t>都市部</a:t>
            </a:r>
            <a:endParaRPr sz="900">
              <a:solidFill>
                <a:srgbClr val="434343"/>
              </a:solidFill>
              <a:latin typeface="Noto Sans JP"/>
              <a:ea typeface="Noto Sans JP"/>
              <a:cs typeface="Noto Sans JP"/>
              <a:sym typeface="Noto Sans JP"/>
            </a:endParaRPr>
          </a:p>
        </p:txBody>
      </p:sp>
      <p:cxnSp>
        <p:nvCxnSpPr>
          <p:cNvPr id="344" name="Google Shape;344;p31"/>
          <p:cNvCxnSpPr/>
          <p:nvPr/>
        </p:nvCxnSpPr>
        <p:spPr>
          <a:xfrm>
            <a:off x="698500" y="1571100"/>
            <a:ext cx="2201400" cy="0"/>
          </a:xfrm>
          <a:prstGeom prst="straightConnector1">
            <a:avLst/>
          </a:prstGeom>
          <a:noFill/>
          <a:ln cap="flat" cmpd="sng" w="9525">
            <a:solidFill>
              <a:srgbClr val="B7B7B7"/>
            </a:solidFill>
            <a:prstDash val="solid"/>
            <a:round/>
            <a:headEnd len="med" w="med" type="none"/>
            <a:tailEnd len="med" w="med" type="none"/>
          </a:ln>
        </p:spPr>
      </p:cxnSp>
      <p:sp>
        <p:nvSpPr>
          <p:cNvPr id="345" name="Google Shape;345;p31"/>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a:t>
            </a:r>
            <a:r>
              <a:rPr lang="ja"/>
              <a:t>  ｜ </a:t>
            </a:r>
            <a:r>
              <a:rPr b="0" lang="ja"/>
              <a:t> </a:t>
            </a:r>
            <a:r>
              <a:rPr lang="ja">
                <a:solidFill>
                  <a:schemeClr val="accent1"/>
                </a:solidFill>
              </a:rPr>
              <a:t>プロジェクト KPI</a:t>
            </a:r>
            <a:endParaRPr/>
          </a:p>
        </p:txBody>
      </p:sp>
      <p:sp>
        <p:nvSpPr>
          <p:cNvPr id="346" name="Google Shape;346;p31"/>
          <p:cNvSpPr txBox="1"/>
          <p:nvPr/>
        </p:nvSpPr>
        <p:spPr>
          <a:xfrm>
            <a:off x="704175" y="1972250"/>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10</a:t>
            </a:r>
            <a:r>
              <a:rPr b="1" lang="ja">
                <a:solidFill>
                  <a:schemeClr val="accent1"/>
                </a:solidFill>
                <a:latin typeface="Noto Sans JP"/>
                <a:ea typeface="Noto Sans JP"/>
                <a:cs typeface="Noto Sans JP"/>
                <a:sym typeface="Noto Sans JP"/>
              </a:rPr>
              <a:t>社</a:t>
            </a:r>
            <a:endParaRPr b="1">
              <a:solidFill>
                <a:schemeClr val="accent1"/>
              </a:solidFill>
              <a:latin typeface="Noto Sans JP"/>
              <a:ea typeface="Noto Sans JP"/>
              <a:cs typeface="Noto Sans JP"/>
              <a:sym typeface="Noto Sans JP"/>
            </a:endParaRPr>
          </a:p>
        </p:txBody>
      </p:sp>
      <p:sp>
        <p:nvSpPr>
          <p:cNvPr id="347" name="Google Shape;347;p31"/>
          <p:cNvSpPr txBox="1"/>
          <p:nvPr/>
        </p:nvSpPr>
        <p:spPr>
          <a:xfrm>
            <a:off x="704175" y="17378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法人（学校）</a:t>
            </a:r>
            <a:endParaRPr b="1" sz="1000">
              <a:solidFill>
                <a:schemeClr val="lt1"/>
              </a:solidFill>
              <a:latin typeface="Noto Sans JP"/>
              <a:ea typeface="Noto Sans JP"/>
              <a:cs typeface="Noto Sans JP"/>
              <a:sym typeface="Noto Sans JP"/>
            </a:endParaRPr>
          </a:p>
        </p:txBody>
      </p:sp>
      <p:sp>
        <p:nvSpPr>
          <p:cNvPr id="348" name="Google Shape;348;p31"/>
          <p:cNvSpPr/>
          <p:nvPr/>
        </p:nvSpPr>
        <p:spPr>
          <a:xfrm>
            <a:off x="1919850" y="2667625"/>
            <a:ext cx="495300" cy="232200"/>
          </a:xfrm>
          <a:prstGeom prst="roundRect">
            <a:avLst>
              <a:gd fmla="val 10413"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rgbClr val="434343"/>
                </a:solidFill>
                <a:latin typeface="Noto Sans JP"/>
                <a:ea typeface="Noto Sans JP"/>
                <a:cs typeface="Noto Sans JP"/>
                <a:sym typeface="Noto Sans JP"/>
              </a:rPr>
              <a:t>地方</a:t>
            </a:r>
            <a:endParaRPr sz="900">
              <a:solidFill>
                <a:srgbClr val="434343"/>
              </a:solidFill>
              <a:latin typeface="Noto Sans JP"/>
              <a:ea typeface="Noto Sans JP"/>
              <a:cs typeface="Noto Sans JP"/>
              <a:sym typeface="Noto Sans JP"/>
            </a:endParaRPr>
          </a:p>
        </p:txBody>
      </p:sp>
      <p:sp>
        <p:nvSpPr>
          <p:cNvPr id="349" name="Google Shape;349;p31"/>
          <p:cNvSpPr txBox="1"/>
          <p:nvPr/>
        </p:nvSpPr>
        <p:spPr>
          <a:xfrm>
            <a:off x="1285275" y="2670475"/>
            <a:ext cx="495300" cy="226500"/>
          </a:xfrm>
          <a:prstGeom prst="rect">
            <a:avLst/>
          </a:prstGeom>
          <a:noFill/>
          <a:ln>
            <a:noFill/>
          </a:ln>
        </p:spPr>
        <p:txBody>
          <a:bodyPr anchorCtr="0" anchor="t" bIns="36000" lIns="90000" spcFirstLastPara="1" rIns="90000" wrap="square" tIns="36000">
            <a:spAutoFit/>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7社</a:t>
            </a:r>
            <a:endParaRPr sz="1000">
              <a:solidFill>
                <a:schemeClr val="lt1"/>
              </a:solidFill>
              <a:latin typeface="Noto Sans JP"/>
              <a:ea typeface="Noto Sans JP"/>
              <a:cs typeface="Noto Sans JP"/>
              <a:sym typeface="Noto Sans JP"/>
            </a:endParaRPr>
          </a:p>
        </p:txBody>
      </p:sp>
      <p:sp>
        <p:nvSpPr>
          <p:cNvPr id="350" name="Google Shape;350;p31"/>
          <p:cNvSpPr txBox="1"/>
          <p:nvPr/>
        </p:nvSpPr>
        <p:spPr>
          <a:xfrm>
            <a:off x="2415150" y="2670475"/>
            <a:ext cx="415800" cy="226500"/>
          </a:xfrm>
          <a:prstGeom prst="rect">
            <a:avLst/>
          </a:prstGeom>
          <a:noFill/>
          <a:ln>
            <a:noFill/>
          </a:ln>
        </p:spPr>
        <p:txBody>
          <a:bodyPr anchorCtr="0" anchor="t" bIns="36000" lIns="90000" spcFirstLastPara="1" rIns="90000" wrap="square" tIns="36000">
            <a:spAutoFit/>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3</a:t>
            </a:r>
            <a:r>
              <a:rPr lang="ja" sz="1000">
                <a:solidFill>
                  <a:schemeClr val="lt1"/>
                </a:solidFill>
                <a:latin typeface="Noto Sans JP"/>
                <a:ea typeface="Noto Sans JP"/>
                <a:cs typeface="Noto Sans JP"/>
                <a:sym typeface="Noto Sans JP"/>
              </a:rPr>
              <a:t>社</a:t>
            </a:r>
            <a:endParaRPr sz="1000">
              <a:solidFill>
                <a:schemeClr val="lt1"/>
              </a:solidFill>
              <a:latin typeface="Noto Sans JP"/>
              <a:ea typeface="Noto Sans JP"/>
              <a:cs typeface="Noto Sans JP"/>
              <a:sym typeface="Noto Sans JP"/>
            </a:endParaRPr>
          </a:p>
        </p:txBody>
      </p:sp>
      <p:sp>
        <p:nvSpPr>
          <p:cNvPr id="351" name="Google Shape;351;p31"/>
          <p:cNvSpPr/>
          <p:nvPr/>
        </p:nvSpPr>
        <p:spPr>
          <a:xfrm>
            <a:off x="3289500" y="9231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2" name="Google Shape;352;p31"/>
          <p:cNvSpPr txBox="1"/>
          <p:nvPr/>
        </p:nvSpPr>
        <p:spPr>
          <a:xfrm>
            <a:off x="3469575" y="11369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3ヶ月継続率</a:t>
            </a:r>
            <a:endParaRPr b="1">
              <a:solidFill>
                <a:schemeClr val="lt1"/>
              </a:solidFill>
              <a:latin typeface="Noto Sans JP"/>
              <a:ea typeface="Noto Sans JP"/>
              <a:cs typeface="Noto Sans JP"/>
              <a:sym typeface="Noto Sans JP"/>
            </a:endParaRPr>
          </a:p>
        </p:txBody>
      </p:sp>
      <p:cxnSp>
        <p:nvCxnSpPr>
          <p:cNvPr id="353" name="Google Shape;353;p31"/>
          <p:cNvCxnSpPr/>
          <p:nvPr/>
        </p:nvCxnSpPr>
        <p:spPr>
          <a:xfrm>
            <a:off x="3463900" y="1571100"/>
            <a:ext cx="2201400" cy="0"/>
          </a:xfrm>
          <a:prstGeom prst="straightConnector1">
            <a:avLst/>
          </a:prstGeom>
          <a:noFill/>
          <a:ln cap="flat" cmpd="sng" w="9525">
            <a:solidFill>
              <a:srgbClr val="B7B7B7"/>
            </a:solidFill>
            <a:prstDash val="solid"/>
            <a:round/>
            <a:headEnd len="med" w="med" type="none"/>
            <a:tailEnd len="med" w="med" type="none"/>
          </a:ln>
        </p:spPr>
      </p:cxnSp>
      <p:sp>
        <p:nvSpPr>
          <p:cNvPr id="354" name="Google Shape;354;p31"/>
          <p:cNvSpPr txBox="1"/>
          <p:nvPr/>
        </p:nvSpPr>
        <p:spPr>
          <a:xfrm>
            <a:off x="3469575" y="1972250"/>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83</a:t>
            </a:r>
            <a:r>
              <a:rPr b="1" lang="ja">
                <a:solidFill>
                  <a:schemeClr val="accent1"/>
                </a:solidFill>
                <a:latin typeface="Noto Sans JP"/>
                <a:ea typeface="Noto Sans JP"/>
                <a:cs typeface="Noto Sans JP"/>
                <a:sym typeface="Noto Sans JP"/>
              </a:rPr>
              <a:t>%</a:t>
            </a:r>
            <a:endParaRPr b="1">
              <a:solidFill>
                <a:schemeClr val="accent1"/>
              </a:solidFill>
              <a:latin typeface="Noto Sans JP"/>
              <a:ea typeface="Noto Sans JP"/>
              <a:cs typeface="Noto Sans JP"/>
              <a:sym typeface="Noto Sans JP"/>
            </a:endParaRPr>
          </a:p>
        </p:txBody>
      </p:sp>
      <p:sp>
        <p:nvSpPr>
          <p:cNvPr id="355" name="Google Shape;355;p31"/>
          <p:cNvSpPr txBox="1"/>
          <p:nvPr/>
        </p:nvSpPr>
        <p:spPr>
          <a:xfrm>
            <a:off x="3469575" y="17378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個人</a:t>
            </a:r>
            <a:endParaRPr b="1" sz="1000">
              <a:solidFill>
                <a:schemeClr val="lt1"/>
              </a:solidFill>
              <a:latin typeface="Noto Sans JP"/>
              <a:ea typeface="Noto Sans JP"/>
              <a:cs typeface="Noto Sans JP"/>
              <a:sym typeface="Noto Sans JP"/>
            </a:endParaRPr>
          </a:p>
        </p:txBody>
      </p:sp>
      <p:sp>
        <p:nvSpPr>
          <p:cNvPr id="356" name="Google Shape;356;p31"/>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Project KPI</a:t>
            </a:r>
            <a:endParaRPr/>
          </a:p>
        </p:txBody>
      </p:sp>
      <p:sp>
        <p:nvSpPr>
          <p:cNvPr id="357" name="Google Shape;357;p31"/>
          <p:cNvSpPr txBox="1"/>
          <p:nvPr/>
        </p:nvSpPr>
        <p:spPr>
          <a:xfrm>
            <a:off x="704175" y="3658175"/>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28</a:t>
            </a:r>
            <a:r>
              <a:rPr b="1" lang="ja">
                <a:solidFill>
                  <a:schemeClr val="accent1"/>
                </a:solidFill>
                <a:latin typeface="Noto Sans JP"/>
                <a:ea typeface="Noto Sans JP"/>
                <a:cs typeface="Noto Sans JP"/>
                <a:sym typeface="Noto Sans JP"/>
              </a:rPr>
              <a:t>件</a:t>
            </a:r>
            <a:endParaRPr b="1">
              <a:solidFill>
                <a:schemeClr val="accent1"/>
              </a:solidFill>
              <a:latin typeface="Noto Sans JP"/>
              <a:ea typeface="Noto Sans JP"/>
              <a:cs typeface="Noto Sans JP"/>
              <a:sym typeface="Noto Sans JP"/>
            </a:endParaRPr>
          </a:p>
        </p:txBody>
      </p:sp>
      <p:sp>
        <p:nvSpPr>
          <p:cNvPr id="358" name="Google Shape;358;p31"/>
          <p:cNvSpPr txBox="1"/>
          <p:nvPr/>
        </p:nvSpPr>
        <p:spPr>
          <a:xfrm>
            <a:off x="704175" y="3423725"/>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個人</a:t>
            </a:r>
            <a:endParaRPr b="1" sz="1000">
              <a:solidFill>
                <a:schemeClr val="lt1"/>
              </a:solidFill>
              <a:latin typeface="Noto Sans JP"/>
              <a:ea typeface="Noto Sans JP"/>
              <a:cs typeface="Noto Sans JP"/>
              <a:sym typeface="Noto Sans JP"/>
            </a:endParaRPr>
          </a:p>
        </p:txBody>
      </p:sp>
      <p:cxnSp>
        <p:nvCxnSpPr>
          <p:cNvPr id="359" name="Google Shape;359;p31"/>
          <p:cNvCxnSpPr/>
          <p:nvPr/>
        </p:nvCxnSpPr>
        <p:spPr>
          <a:xfrm>
            <a:off x="698500" y="3161775"/>
            <a:ext cx="2201400" cy="0"/>
          </a:xfrm>
          <a:prstGeom prst="straightConnector1">
            <a:avLst/>
          </a:prstGeom>
          <a:noFill/>
          <a:ln cap="flat" cmpd="sng" w="9525">
            <a:solidFill>
              <a:srgbClr val="B7B7B7"/>
            </a:solidFill>
            <a:prstDash val="dot"/>
            <a:round/>
            <a:headEnd len="med" w="med" type="none"/>
            <a:tailEnd len="med" w="med" type="none"/>
          </a:ln>
        </p:spPr>
      </p:cxnSp>
      <p:sp>
        <p:nvSpPr>
          <p:cNvPr id="360" name="Google Shape;360;p31"/>
          <p:cNvSpPr/>
          <p:nvPr/>
        </p:nvSpPr>
        <p:spPr>
          <a:xfrm>
            <a:off x="3289500" y="28584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1" name="Google Shape;361;p31"/>
          <p:cNvSpPr txBox="1"/>
          <p:nvPr/>
        </p:nvSpPr>
        <p:spPr>
          <a:xfrm>
            <a:off x="3469575" y="30722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解約率</a:t>
            </a:r>
            <a:endParaRPr b="1">
              <a:solidFill>
                <a:schemeClr val="lt1"/>
              </a:solidFill>
              <a:latin typeface="Noto Sans JP"/>
              <a:ea typeface="Noto Sans JP"/>
              <a:cs typeface="Noto Sans JP"/>
              <a:sym typeface="Noto Sans JP"/>
            </a:endParaRPr>
          </a:p>
        </p:txBody>
      </p:sp>
      <p:cxnSp>
        <p:nvCxnSpPr>
          <p:cNvPr id="362" name="Google Shape;362;p31"/>
          <p:cNvCxnSpPr/>
          <p:nvPr/>
        </p:nvCxnSpPr>
        <p:spPr>
          <a:xfrm>
            <a:off x="3463900" y="3506400"/>
            <a:ext cx="2201400" cy="0"/>
          </a:xfrm>
          <a:prstGeom prst="straightConnector1">
            <a:avLst/>
          </a:prstGeom>
          <a:noFill/>
          <a:ln cap="flat" cmpd="sng" w="9525">
            <a:solidFill>
              <a:srgbClr val="B7B7B7"/>
            </a:solidFill>
            <a:prstDash val="solid"/>
            <a:round/>
            <a:headEnd len="med" w="med" type="none"/>
            <a:tailEnd len="med" w="med" type="none"/>
          </a:ln>
        </p:spPr>
      </p:cxnSp>
      <p:sp>
        <p:nvSpPr>
          <p:cNvPr id="363" name="Google Shape;363;p31"/>
          <p:cNvSpPr txBox="1"/>
          <p:nvPr/>
        </p:nvSpPr>
        <p:spPr>
          <a:xfrm>
            <a:off x="3469575" y="3756125"/>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Clr>
                <a:schemeClr val="dk1"/>
              </a:buClr>
              <a:buSzPts val="1100"/>
              <a:buFont typeface="Arial"/>
              <a:buNone/>
            </a:pPr>
            <a:r>
              <a:rPr b="1" lang="ja" sz="3600">
                <a:solidFill>
                  <a:schemeClr val="accent1"/>
                </a:solidFill>
                <a:latin typeface="Noto Sans JP"/>
                <a:ea typeface="Noto Sans JP"/>
                <a:cs typeface="Noto Sans JP"/>
                <a:sym typeface="Noto Sans JP"/>
              </a:rPr>
              <a:t>1.0</a:t>
            </a:r>
            <a:r>
              <a:rPr b="1" lang="ja">
                <a:solidFill>
                  <a:schemeClr val="accent1"/>
                </a:solidFill>
                <a:latin typeface="Noto Sans JP"/>
                <a:ea typeface="Noto Sans JP"/>
                <a:cs typeface="Noto Sans JP"/>
                <a:sym typeface="Noto Sans JP"/>
              </a:rPr>
              <a:t>％</a:t>
            </a:r>
            <a:endParaRPr b="1">
              <a:solidFill>
                <a:schemeClr val="accent1"/>
              </a:solidFill>
              <a:latin typeface="Noto Sans JP"/>
              <a:ea typeface="Noto Sans JP"/>
              <a:cs typeface="Noto Sans JP"/>
              <a:sym typeface="Noto Sans JP"/>
            </a:endParaRPr>
          </a:p>
        </p:txBody>
      </p:sp>
      <p:sp>
        <p:nvSpPr>
          <p:cNvPr id="364" name="Google Shape;364;p31"/>
          <p:cNvSpPr txBox="1"/>
          <p:nvPr/>
        </p:nvSpPr>
        <p:spPr>
          <a:xfrm>
            <a:off x="3469575" y="35934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有償プラン契約者のみ</a:t>
            </a:r>
            <a:endParaRPr b="1" sz="1000">
              <a:solidFill>
                <a:schemeClr val="lt1"/>
              </a:solidFill>
              <a:latin typeface="Noto Sans JP"/>
              <a:ea typeface="Noto Sans JP"/>
              <a:cs typeface="Noto Sans JP"/>
              <a:sym typeface="Noto Sans JP"/>
            </a:endParaRPr>
          </a:p>
        </p:txBody>
      </p:sp>
      <p:sp>
        <p:nvSpPr>
          <p:cNvPr id="365" name="Google Shape;365;p31"/>
          <p:cNvSpPr/>
          <p:nvPr/>
        </p:nvSpPr>
        <p:spPr>
          <a:xfrm>
            <a:off x="6054900" y="9231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31"/>
          <p:cNvSpPr txBox="1"/>
          <p:nvPr/>
        </p:nvSpPr>
        <p:spPr>
          <a:xfrm>
            <a:off x="6234975" y="11369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[KPI...]</a:t>
            </a:r>
            <a:endParaRPr b="1">
              <a:solidFill>
                <a:schemeClr val="lt1"/>
              </a:solidFill>
              <a:latin typeface="Noto Sans JP"/>
              <a:ea typeface="Noto Sans JP"/>
              <a:cs typeface="Noto Sans JP"/>
              <a:sym typeface="Noto Sans JP"/>
            </a:endParaRPr>
          </a:p>
        </p:txBody>
      </p:sp>
      <p:cxnSp>
        <p:nvCxnSpPr>
          <p:cNvPr id="367" name="Google Shape;367;p31"/>
          <p:cNvCxnSpPr/>
          <p:nvPr/>
        </p:nvCxnSpPr>
        <p:spPr>
          <a:xfrm>
            <a:off x="6229300" y="1571100"/>
            <a:ext cx="2201400" cy="0"/>
          </a:xfrm>
          <a:prstGeom prst="straightConnector1">
            <a:avLst/>
          </a:prstGeom>
          <a:noFill/>
          <a:ln cap="flat" cmpd="sng" w="9525">
            <a:solidFill>
              <a:srgbClr val="B7B7B7"/>
            </a:solidFill>
            <a:prstDash val="solid"/>
            <a:round/>
            <a:headEnd len="med" w="med" type="none"/>
            <a:tailEnd len="med" w="med" type="none"/>
          </a:ln>
        </p:spPr>
      </p:cxnSp>
      <p:sp>
        <p:nvSpPr>
          <p:cNvPr id="368" name="Google Shape;368;p31"/>
          <p:cNvSpPr txBox="1"/>
          <p:nvPr/>
        </p:nvSpPr>
        <p:spPr>
          <a:xfrm>
            <a:off x="6234975" y="1972250"/>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Clr>
                <a:schemeClr val="dk1"/>
              </a:buClr>
              <a:buSzPts val="1100"/>
              <a:buFont typeface="Arial"/>
              <a:buNone/>
            </a:pPr>
            <a:r>
              <a:rPr b="1" lang="ja" sz="3600">
                <a:solidFill>
                  <a:schemeClr val="accent1"/>
                </a:solidFill>
                <a:latin typeface="Noto Sans JP"/>
                <a:ea typeface="Noto Sans JP"/>
                <a:cs typeface="Noto Sans JP"/>
                <a:sym typeface="Noto Sans JP"/>
              </a:rPr>
              <a:t>NN</a:t>
            </a:r>
            <a:r>
              <a:rPr b="1" lang="ja">
                <a:solidFill>
                  <a:schemeClr val="accent1"/>
                </a:solidFill>
                <a:latin typeface="Noto Sans JP"/>
                <a:ea typeface="Noto Sans JP"/>
                <a:cs typeface="Noto Sans JP"/>
                <a:sym typeface="Noto Sans JP"/>
              </a:rPr>
              <a:t>X</a:t>
            </a:r>
            <a:endParaRPr b="1">
              <a:solidFill>
                <a:schemeClr val="accent1"/>
              </a:solidFill>
              <a:latin typeface="Noto Sans JP"/>
              <a:ea typeface="Noto Sans JP"/>
              <a:cs typeface="Noto Sans JP"/>
              <a:sym typeface="Noto Sans JP"/>
            </a:endParaRPr>
          </a:p>
        </p:txBody>
      </p:sp>
      <p:sp>
        <p:nvSpPr>
          <p:cNvPr id="369" name="Google Shape;369;p31"/>
          <p:cNvSpPr txBox="1"/>
          <p:nvPr/>
        </p:nvSpPr>
        <p:spPr>
          <a:xfrm>
            <a:off x="6234975" y="1737800"/>
            <a:ext cx="2201400" cy="2265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1000">
                <a:solidFill>
                  <a:schemeClr val="lt1"/>
                </a:solidFill>
                <a:latin typeface="Noto Sans JP"/>
                <a:ea typeface="Noto Sans JP"/>
                <a:cs typeface="Noto Sans JP"/>
                <a:sym typeface="Noto Sans JP"/>
              </a:rPr>
              <a:t>Type</a:t>
            </a:r>
            <a:endParaRPr b="1" sz="1000">
              <a:solidFill>
                <a:schemeClr val="lt1"/>
              </a:solidFill>
              <a:latin typeface="Noto Sans JP"/>
              <a:ea typeface="Noto Sans JP"/>
              <a:cs typeface="Noto Sans JP"/>
              <a:sym typeface="Noto Sans JP"/>
            </a:endParaRPr>
          </a:p>
        </p:txBody>
      </p:sp>
      <p:sp>
        <p:nvSpPr>
          <p:cNvPr id="370" name="Google Shape;370;p31"/>
          <p:cNvSpPr/>
          <p:nvPr/>
        </p:nvSpPr>
        <p:spPr>
          <a:xfrm>
            <a:off x="6054900" y="2858475"/>
            <a:ext cx="2565000" cy="1753500"/>
          </a:xfrm>
          <a:prstGeom prst="roundRect">
            <a:avLst>
              <a:gd fmla="val 2406"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1"/>
          <p:cNvSpPr txBox="1"/>
          <p:nvPr/>
        </p:nvSpPr>
        <p:spPr>
          <a:xfrm>
            <a:off x="6234975" y="3072250"/>
            <a:ext cx="2201400" cy="2883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a:solidFill>
                  <a:schemeClr val="lt1"/>
                </a:solidFill>
                <a:latin typeface="Noto Sans JP"/>
                <a:ea typeface="Noto Sans JP"/>
                <a:cs typeface="Noto Sans JP"/>
                <a:sym typeface="Noto Sans JP"/>
              </a:rPr>
              <a:t>[KPI</a:t>
            </a:r>
            <a:r>
              <a:rPr b="1" lang="ja">
                <a:solidFill>
                  <a:schemeClr val="lt1"/>
                </a:solidFill>
                <a:latin typeface="Noto Sans JP"/>
                <a:ea typeface="Noto Sans JP"/>
                <a:cs typeface="Noto Sans JP"/>
                <a:sym typeface="Noto Sans JP"/>
              </a:rPr>
              <a:t>...</a:t>
            </a:r>
            <a:r>
              <a:rPr b="1" lang="ja">
                <a:solidFill>
                  <a:schemeClr val="lt1"/>
                </a:solidFill>
                <a:latin typeface="Noto Sans JP"/>
                <a:ea typeface="Noto Sans JP"/>
                <a:cs typeface="Noto Sans JP"/>
                <a:sym typeface="Noto Sans JP"/>
              </a:rPr>
              <a:t>]</a:t>
            </a:r>
            <a:endParaRPr b="1">
              <a:solidFill>
                <a:schemeClr val="lt1"/>
              </a:solidFill>
              <a:latin typeface="Noto Sans JP"/>
              <a:ea typeface="Noto Sans JP"/>
              <a:cs typeface="Noto Sans JP"/>
              <a:sym typeface="Noto Sans JP"/>
            </a:endParaRPr>
          </a:p>
        </p:txBody>
      </p:sp>
      <p:cxnSp>
        <p:nvCxnSpPr>
          <p:cNvPr id="372" name="Google Shape;372;p31"/>
          <p:cNvCxnSpPr/>
          <p:nvPr/>
        </p:nvCxnSpPr>
        <p:spPr>
          <a:xfrm>
            <a:off x="6229300" y="3506400"/>
            <a:ext cx="2201400" cy="0"/>
          </a:xfrm>
          <a:prstGeom prst="straightConnector1">
            <a:avLst/>
          </a:prstGeom>
          <a:noFill/>
          <a:ln cap="flat" cmpd="sng" w="9525">
            <a:solidFill>
              <a:srgbClr val="B7B7B7"/>
            </a:solidFill>
            <a:prstDash val="solid"/>
            <a:round/>
            <a:headEnd len="med" w="med" type="none"/>
            <a:tailEnd len="med" w="med" type="none"/>
          </a:ln>
        </p:spPr>
      </p:cxnSp>
      <p:sp>
        <p:nvSpPr>
          <p:cNvPr id="373" name="Google Shape;373;p31"/>
          <p:cNvSpPr txBox="1"/>
          <p:nvPr/>
        </p:nvSpPr>
        <p:spPr>
          <a:xfrm>
            <a:off x="6234975" y="3756125"/>
            <a:ext cx="2201400" cy="6267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b="1" lang="ja" sz="3600">
                <a:solidFill>
                  <a:schemeClr val="accent1"/>
                </a:solidFill>
                <a:latin typeface="Noto Sans JP"/>
                <a:ea typeface="Noto Sans JP"/>
                <a:cs typeface="Noto Sans JP"/>
                <a:sym typeface="Noto Sans JP"/>
              </a:rPr>
              <a:t>NN</a:t>
            </a:r>
            <a:r>
              <a:rPr b="1" lang="ja">
                <a:solidFill>
                  <a:schemeClr val="accent1"/>
                </a:solidFill>
                <a:latin typeface="Noto Sans JP"/>
                <a:ea typeface="Noto Sans JP"/>
                <a:cs typeface="Noto Sans JP"/>
                <a:sym typeface="Noto Sans JP"/>
              </a:rPr>
              <a:t>X</a:t>
            </a:r>
            <a:endParaRPr b="1">
              <a:solidFill>
                <a:schemeClr val="accent1"/>
              </a:solidFill>
              <a:latin typeface="Noto Sans JP"/>
              <a:ea typeface="Noto Sans JP"/>
              <a:cs typeface="Noto Sans JP"/>
              <a:sym typeface="Noto Sans JP"/>
            </a:endParaRPr>
          </a:p>
        </p:txBody>
      </p:sp>
      <p:sp>
        <p:nvSpPr>
          <p:cNvPr id="374" name="Google Shape;374;p31"/>
          <p:cNvSpPr txBox="1"/>
          <p:nvPr/>
        </p:nvSpPr>
        <p:spPr>
          <a:xfrm>
            <a:off x="3469575" y="4336125"/>
            <a:ext cx="2201400" cy="1959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lang="ja" sz="800">
                <a:solidFill>
                  <a:srgbClr val="999999"/>
                </a:solidFill>
                <a:latin typeface="Noto Sans JP"/>
                <a:ea typeface="Noto Sans JP"/>
                <a:cs typeface="Noto Sans JP"/>
                <a:sym typeface="Noto Sans JP"/>
              </a:rPr>
              <a:t>※ 4Q末時点</a:t>
            </a:r>
            <a:endParaRPr sz="800">
              <a:solidFill>
                <a:srgbClr val="999999"/>
              </a:solidFill>
              <a:latin typeface="Noto Sans JP"/>
              <a:ea typeface="Noto Sans JP"/>
              <a:cs typeface="Noto Sans JP"/>
              <a:sym typeface="Noto Sans JP"/>
            </a:endParaRPr>
          </a:p>
        </p:txBody>
      </p:sp>
      <p:sp>
        <p:nvSpPr>
          <p:cNvPr id="375" name="Google Shape;375;p31"/>
          <p:cNvSpPr txBox="1"/>
          <p:nvPr/>
        </p:nvSpPr>
        <p:spPr>
          <a:xfrm>
            <a:off x="6229300" y="4336125"/>
            <a:ext cx="2201400" cy="195900"/>
          </a:xfrm>
          <a:prstGeom prst="rect">
            <a:avLst/>
          </a:prstGeom>
          <a:noFill/>
          <a:ln>
            <a:noFill/>
          </a:ln>
        </p:spPr>
        <p:txBody>
          <a:bodyPr anchorCtr="0" anchor="t" bIns="36000" lIns="90000" spcFirstLastPara="1" rIns="90000" wrap="square" tIns="36000">
            <a:spAutoFit/>
          </a:bodyPr>
          <a:lstStyle/>
          <a:p>
            <a:pPr indent="0" lvl="0" marL="0" rtl="0" algn="ctr">
              <a:spcBef>
                <a:spcPts val="0"/>
              </a:spcBef>
              <a:spcAft>
                <a:spcPts val="0"/>
              </a:spcAft>
              <a:buNone/>
            </a:pPr>
            <a:r>
              <a:rPr lang="ja" sz="800">
                <a:solidFill>
                  <a:srgbClr val="999999"/>
                </a:solidFill>
                <a:latin typeface="Noto Sans JP"/>
                <a:ea typeface="Noto Sans JP"/>
                <a:cs typeface="Noto Sans JP"/>
                <a:sym typeface="Noto Sans JP"/>
              </a:rPr>
              <a:t>※ Caption</a:t>
            </a:r>
            <a:endParaRPr sz="800">
              <a:solidFill>
                <a:srgbClr val="999999"/>
              </a:solidFill>
              <a:latin typeface="Noto Sans JP"/>
              <a:ea typeface="Noto Sans JP"/>
              <a:cs typeface="Noto Sans JP"/>
              <a:sym typeface="Noto Sans JP"/>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2"/>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Things to consider and </a:t>
            </a:r>
            <a:r>
              <a:rPr lang="ja"/>
              <a:t>Prerequisites for schedule</a:t>
            </a:r>
            <a:endParaRPr/>
          </a:p>
        </p:txBody>
      </p:sp>
      <p:sp>
        <p:nvSpPr>
          <p:cNvPr id="381" name="Google Shape;381;p32"/>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  ｜ </a:t>
            </a:r>
            <a:r>
              <a:rPr b="0" lang="ja"/>
              <a:t> </a:t>
            </a:r>
            <a:r>
              <a:rPr lang="ja">
                <a:solidFill>
                  <a:schemeClr val="accent1"/>
                </a:solidFill>
              </a:rPr>
              <a:t>マイルストーンに対する前提条件と制約事項</a:t>
            </a:r>
            <a:endParaRPr/>
          </a:p>
        </p:txBody>
      </p:sp>
      <p:sp>
        <p:nvSpPr>
          <p:cNvPr id="382" name="Google Shape;382;p32"/>
          <p:cNvSpPr/>
          <p:nvPr/>
        </p:nvSpPr>
        <p:spPr>
          <a:xfrm>
            <a:off x="450000" y="1097425"/>
            <a:ext cx="8280000" cy="860400"/>
          </a:xfrm>
          <a:prstGeom prst="roundRect">
            <a:avLst>
              <a:gd fmla="val 26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49899" lvl="0" marL="208799"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現在のサービスのコアミドルウェアのライセンスが 25/01に更新時期</a:t>
            </a:r>
            <a:endParaRPr sz="1000">
              <a:solidFill>
                <a:schemeClr val="dk1"/>
              </a:solidFill>
              <a:latin typeface="Noto Sans JP"/>
              <a:ea typeface="Noto Sans JP"/>
              <a:cs typeface="Noto Sans JP"/>
              <a:sym typeface="Noto Sans JP"/>
            </a:endParaRPr>
          </a:p>
          <a:p>
            <a:pPr indent="-149899" lvl="0" marL="208799"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更新した場合は 1000万円の費用</a:t>
            </a:r>
            <a:endParaRPr sz="1000">
              <a:solidFill>
                <a:schemeClr val="dk1"/>
              </a:solidFill>
              <a:latin typeface="Noto Sans JP"/>
              <a:ea typeface="Noto Sans JP"/>
              <a:cs typeface="Noto Sans JP"/>
              <a:sym typeface="Noto Sans JP"/>
            </a:endParaRPr>
          </a:p>
          <a:p>
            <a:pPr indent="-149899" lvl="0" marL="208799" rtl="0" algn="l">
              <a:lnSpc>
                <a:spcPct val="125000"/>
              </a:lnSpc>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親会社への稟議において 24年内のサービスインは必須条件</a:t>
            </a:r>
            <a:endParaRPr sz="1000">
              <a:solidFill>
                <a:schemeClr val="dk1"/>
              </a:solidFill>
              <a:latin typeface="Noto Sans JP"/>
              <a:ea typeface="Noto Sans JP"/>
              <a:cs typeface="Noto Sans JP"/>
              <a:sym typeface="Noto Sans JP"/>
            </a:endParaRPr>
          </a:p>
        </p:txBody>
      </p:sp>
      <p:sp>
        <p:nvSpPr>
          <p:cNvPr id="383" name="Google Shape;383;p32"/>
          <p:cNvSpPr txBox="1"/>
          <p:nvPr>
            <p:ph type="title"/>
          </p:nvPr>
        </p:nvSpPr>
        <p:spPr>
          <a:xfrm>
            <a:off x="450000" y="840025"/>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lang="ja" sz="1100"/>
              <a:t>約束事</a:t>
            </a:r>
            <a:endParaRPr sz="1100">
              <a:latin typeface="Noto Sans JP"/>
              <a:ea typeface="Noto Sans JP"/>
              <a:cs typeface="Noto Sans JP"/>
              <a:sym typeface="Noto Sans JP"/>
            </a:endParaRPr>
          </a:p>
        </p:txBody>
      </p:sp>
      <p:sp>
        <p:nvSpPr>
          <p:cNvPr id="384" name="Google Shape;384;p32"/>
          <p:cNvSpPr/>
          <p:nvPr/>
        </p:nvSpPr>
        <p:spPr>
          <a:xfrm>
            <a:off x="450000" y="2460775"/>
            <a:ext cx="8280000" cy="603600"/>
          </a:xfrm>
          <a:prstGeom prst="roundRect">
            <a:avLst>
              <a:gd fmla="val 26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特になし</a:t>
            </a:r>
            <a:endParaRPr sz="1000">
              <a:solidFill>
                <a:schemeClr val="dk1"/>
              </a:solidFill>
              <a:latin typeface="Noto Sans JP"/>
              <a:ea typeface="Noto Sans JP"/>
              <a:cs typeface="Noto Sans JP"/>
              <a:sym typeface="Noto Sans JP"/>
            </a:endParaRPr>
          </a:p>
        </p:txBody>
      </p:sp>
      <p:sp>
        <p:nvSpPr>
          <p:cNvPr id="385" name="Google Shape;385;p32"/>
          <p:cNvSpPr txBox="1"/>
          <p:nvPr>
            <p:ph type="title"/>
          </p:nvPr>
        </p:nvSpPr>
        <p:spPr>
          <a:xfrm>
            <a:off x="450000" y="2203375"/>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lang="ja" sz="1100"/>
              <a:t>契約書に記載のあるにスケジュールに関する事項</a:t>
            </a:r>
            <a:endParaRPr sz="1100"/>
          </a:p>
        </p:txBody>
      </p:sp>
      <p:sp>
        <p:nvSpPr>
          <p:cNvPr id="386" name="Google Shape;386;p32"/>
          <p:cNvSpPr/>
          <p:nvPr/>
        </p:nvSpPr>
        <p:spPr>
          <a:xfrm>
            <a:off x="450000" y="3567375"/>
            <a:ext cx="8280000" cy="603600"/>
          </a:xfrm>
          <a:prstGeom prst="roundRect">
            <a:avLst>
              <a:gd fmla="val 2661" name="adj"/>
            </a:avLst>
          </a:prstGeom>
          <a:solidFill>
            <a:srgbClr val="FFFFFF"/>
          </a:solidFill>
          <a:ln cap="flat" cmpd="sng" w="9525">
            <a:solidFill>
              <a:schemeClr val="dk2"/>
            </a:solidFill>
            <a:prstDash val="solid"/>
            <a:round/>
            <a:headEnd len="sm" w="sm" type="none"/>
            <a:tailEnd len="sm" w="sm" type="none"/>
          </a:ln>
        </p:spPr>
        <p:txBody>
          <a:bodyPr anchorCtr="0" anchor="ctr" bIns="91425" lIns="90000" spcFirstLastPara="1" rIns="90000" wrap="square" tIns="91425">
            <a:noAutofit/>
          </a:bodyPr>
          <a:lstStyle/>
          <a:p>
            <a:pPr indent="-158750" lvl="0" marL="228600" rtl="0" algn="l">
              <a:spcBef>
                <a:spcPts val="0"/>
              </a:spcBef>
              <a:spcAft>
                <a:spcPts val="0"/>
              </a:spcAft>
              <a:buClr>
                <a:schemeClr val="dk1"/>
              </a:buClr>
              <a:buSzPts val="1000"/>
              <a:buFont typeface="Noto Sans JP"/>
              <a:buChar char="●"/>
            </a:pPr>
            <a:r>
              <a:rPr lang="ja" sz="1000">
                <a:solidFill>
                  <a:schemeClr val="dk1"/>
                </a:solidFill>
                <a:latin typeface="Noto Sans JP"/>
                <a:ea typeface="Noto Sans JP"/>
                <a:cs typeface="Noto Sans JP"/>
                <a:sym typeface="Noto Sans JP"/>
              </a:rPr>
              <a:t>特になし</a:t>
            </a:r>
            <a:endParaRPr sz="1000">
              <a:solidFill>
                <a:schemeClr val="dk1"/>
              </a:solidFill>
              <a:latin typeface="Noto Sans JP"/>
              <a:ea typeface="Noto Sans JP"/>
              <a:cs typeface="Noto Sans JP"/>
              <a:sym typeface="Noto Sans JP"/>
            </a:endParaRPr>
          </a:p>
        </p:txBody>
      </p:sp>
      <p:sp>
        <p:nvSpPr>
          <p:cNvPr id="387" name="Google Shape;387;p32"/>
          <p:cNvSpPr txBox="1"/>
          <p:nvPr>
            <p:ph type="title"/>
          </p:nvPr>
        </p:nvSpPr>
        <p:spPr>
          <a:xfrm>
            <a:off x="450000" y="3309975"/>
            <a:ext cx="8280000" cy="242100"/>
          </a:xfrm>
          <a:prstGeom prst="rect">
            <a:avLst/>
          </a:prstGeom>
          <a:noFill/>
          <a:ln>
            <a:noFill/>
          </a:ln>
        </p:spPr>
        <p:txBody>
          <a:bodyPr anchorCtr="0" anchor="t" bIns="72000" lIns="0" spcFirstLastPara="1" rIns="0" wrap="square" tIns="0">
            <a:spAutoFit/>
          </a:bodyPr>
          <a:lstStyle/>
          <a:p>
            <a:pPr indent="0" lvl="0" marL="0" rtl="0" algn="l">
              <a:spcBef>
                <a:spcPts val="0"/>
              </a:spcBef>
              <a:spcAft>
                <a:spcPts val="0"/>
              </a:spcAft>
              <a:buNone/>
            </a:pPr>
            <a:r>
              <a:rPr lang="ja" sz="1100">
                <a:latin typeface="Noto Sans JP"/>
                <a:ea typeface="Noto Sans JP"/>
                <a:cs typeface="Noto Sans JP"/>
                <a:sym typeface="Noto Sans JP"/>
              </a:rPr>
              <a:t>提案書に記載のあるスケジュールに関する事項</a:t>
            </a:r>
            <a:endParaRPr sz="1100">
              <a:latin typeface="Noto Sans JP"/>
              <a:ea typeface="Noto Sans JP"/>
              <a:cs typeface="Noto Sans JP"/>
              <a:sym typeface="Noto Sans J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3"/>
          <p:cNvSpPr/>
          <p:nvPr/>
        </p:nvSpPr>
        <p:spPr>
          <a:xfrm>
            <a:off x="450000" y="1075575"/>
            <a:ext cx="8280000" cy="1200900"/>
          </a:xfrm>
          <a:prstGeom prst="roundRect">
            <a:avLst>
              <a:gd fmla="val 615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 name="Google Shape;393;p33"/>
          <p:cNvCxnSpPr>
            <a:endCxn id="394" idx="0"/>
          </p:cNvCxnSpPr>
          <p:nvPr/>
        </p:nvCxnSpPr>
        <p:spPr>
          <a:xfrm flipH="1">
            <a:off x="2325425" y="2010325"/>
            <a:ext cx="900" cy="572100"/>
          </a:xfrm>
          <a:prstGeom prst="straightConnector1">
            <a:avLst/>
          </a:prstGeom>
          <a:noFill/>
          <a:ln cap="flat" cmpd="sng" w="9525">
            <a:solidFill>
              <a:srgbClr val="666666"/>
            </a:solidFill>
            <a:prstDash val="dash"/>
            <a:round/>
            <a:headEnd len="med" w="med" type="none"/>
            <a:tailEnd len="med" w="med" type="none"/>
          </a:ln>
        </p:spPr>
      </p:cxnSp>
      <p:sp>
        <p:nvSpPr>
          <p:cNvPr id="395" name="Google Shape;395;p33"/>
          <p:cNvSpPr/>
          <p:nvPr/>
        </p:nvSpPr>
        <p:spPr>
          <a:xfrm>
            <a:off x="4201350" y="5500075"/>
            <a:ext cx="2883000" cy="27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396" name="Google Shape;396;p33"/>
          <p:cNvSpPr/>
          <p:nvPr/>
        </p:nvSpPr>
        <p:spPr>
          <a:xfrm>
            <a:off x="2445950" y="5504893"/>
            <a:ext cx="1737600" cy="2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397" name="Google Shape;397;p33"/>
          <p:cNvSpPr/>
          <p:nvPr/>
        </p:nvSpPr>
        <p:spPr>
          <a:xfrm>
            <a:off x="1269050" y="5504893"/>
            <a:ext cx="1159200" cy="25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800"/>
          </a:p>
        </p:txBody>
      </p:sp>
      <p:sp>
        <p:nvSpPr>
          <p:cNvPr id="398" name="Google Shape;398;p33"/>
          <p:cNvSpPr txBox="1"/>
          <p:nvPr>
            <p:ph type="title"/>
          </p:nvPr>
        </p:nvSpPr>
        <p:spPr>
          <a:xfrm>
            <a:off x="431997"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Milestone and KPIs</a:t>
            </a:r>
            <a:endParaRPr/>
          </a:p>
        </p:txBody>
      </p:sp>
      <p:sp>
        <p:nvSpPr>
          <p:cNvPr id="399" name="Google Shape;399;p33"/>
          <p:cNvSpPr/>
          <p:nvPr/>
        </p:nvSpPr>
        <p:spPr>
          <a:xfrm>
            <a:off x="450000" y="2933850"/>
            <a:ext cx="8280000" cy="1200900"/>
          </a:xfrm>
          <a:prstGeom prst="roundRect">
            <a:avLst>
              <a:gd fmla="val 6152"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0" name="Google Shape;400;p33"/>
          <p:cNvCxnSpPr>
            <a:stCxn id="401" idx="0"/>
          </p:cNvCxnSpPr>
          <p:nvPr/>
        </p:nvCxnSpPr>
        <p:spPr>
          <a:xfrm rot="10800000">
            <a:off x="4424675" y="1724125"/>
            <a:ext cx="0" cy="858300"/>
          </a:xfrm>
          <a:prstGeom prst="straightConnector1">
            <a:avLst/>
          </a:prstGeom>
          <a:noFill/>
          <a:ln cap="flat" cmpd="sng" w="9525">
            <a:solidFill>
              <a:srgbClr val="666666"/>
            </a:solidFill>
            <a:prstDash val="dash"/>
            <a:round/>
            <a:headEnd len="med" w="med" type="none"/>
            <a:tailEnd len="med" w="med" type="none"/>
          </a:ln>
        </p:spPr>
      </p:cxnSp>
      <p:cxnSp>
        <p:nvCxnSpPr>
          <p:cNvPr id="402" name="Google Shape;402;p33"/>
          <p:cNvCxnSpPr/>
          <p:nvPr/>
        </p:nvCxnSpPr>
        <p:spPr>
          <a:xfrm flipH="1" rot="10800000">
            <a:off x="450000" y="2606875"/>
            <a:ext cx="8285700" cy="10500"/>
          </a:xfrm>
          <a:prstGeom prst="straightConnector1">
            <a:avLst/>
          </a:prstGeom>
          <a:noFill/>
          <a:ln cap="flat" cmpd="sng" w="19050">
            <a:solidFill>
              <a:schemeClr val="lt1"/>
            </a:solidFill>
            <a:prstDash val="solid"/>
            <a:round/>
            <a:headEnd len="med" w="med" type="none"/>
            <a:tailEnd len="med" w="med" type="none"/>
          </a:ln>
        </p:spPr>
      </p:cxnSp>
      <p:sp>
        <p:nvSpPr>
          <p:cNvPr id="394" name="Google Shape;394;p33"/>
          <p:cNvSpPr/>
          <p:nvPr/>
        </p:nvSpPr>
        <p:spPr>
          <a:xfrm>
            <a:off x="2290475" y="2582425"/>
            <a:ext cx="69900" cy="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3"/>
          <p:cNvSpPr txBox="1"/>
          <p:nvPr/>
        </p:nvSpPr>
        <p:spPr>
          <a:xfrm>
            <a:off x="2089775" y="2670700"/>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latin typeface="Noto Sans JP"/>
                <a:ea typeface="Noto Sans JP"/>
                <a:cs typeface="Noto Sans JP"/>
                <a:sym typeface="Noto Sans JP"/>
              </a:rPr>
              <a:t>24/04</a:t>
            </a:r>
            <a:endParaRPr b="1" sz="800">
              <a:solidFill>
                <a:schemeClr val="lt1"/>
              </a:solidFill>
              <a:latin typeface="Noto Sans JP"/>
              <a:ea typeface="Noto Sans JP"/>
              <a:cs typeface="Noto Sans JP"/>
              <a:sym typeface="Noto Sans JP"/>
            </a:endParaRPr>
          </a:p>
        </p:txBody>
      </p:sp>
      <p:sp>
        <p:nvSpPr>
          <p:cNvPr id="401" name="Google Shape;401;p33"/>
          <p:cNvSpPr/>
          <p:nvPr/>
        </p:nvSpPr>
        <p:spPr>
          <a:xfrm>
            <a:off x="4389725" y="2582425"/>
            <a:ext cx="69900" cy="6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4" name="Google Shape;404;p33"/>
          <p:cNvSpPr txBox="1"/>
          <p:nvPr/>
        </p:nvSpPr>
        <p:spPr>
          <a:xfrm>
            <a:off x="4189025" y="2670700"/>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highlight>
                  <a:srgbClr val="F7F7F7"/>
                </a:highlight>
                <a:latin typeface="Noto Sans JP"/>
                <a:ea typeface="Noto Sans JP"/>
                <a:cs typeface="Noto Sans JP"/>
                <a:sym typeface="Noto Sans JP"/>
              </a:rPr>
              <a:t>24/10</a:t>
            </a:r>
            <a:endParaRPr b="1" sz="800">
              <a:solidFill>
                <a:schemeClr val="lt1"/>
              </a:solidFill>
              <a:highlight>
                <a:srgbClr val="F7F7F7"/>
              </a:highlight>
              <a:latin typeface="Noto Sans JP"/>
              <a:ea typeface="Noto Sans JP"/>
              <a:cs typeface="Noto Sans JP"/>
              <a:sym typeface="Noto Sans JP"/>
            </a:endParaRPr>
          </a:p>
        </p:txBody>
      </p:sp>
      <p:sp>
        <p:nvSpPr>
          <p:cNvPr id="405" name="Google Shape;405;p33"/>
          <p:cNvSpPr/>
          <p:nvPr/>
        </p:nvSpPr>
        <p:spPr>
          <a:xfrm rot="-2392">
            <a:off x="535725" y="1161750"/>
            <a:ext cx="1293300" cy="191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2"/>
                </a:solidFill>
                <a:latin typeface="Noto Sans JP"/>
                <a:ea typeface="Noto Sans JP"/>
                <a:cs typeface="Noto Sans JP"/>
                <a:sym typeface="Noto Sans JP"/>
              </a:rPr>
              <a:t>Business Milestone</a:t>
            </a:r>
            <a:endParaRPr b="1" sz="800">
              <a:solidFill>
                <a:schemeClr val="dk2"/>
              </a:solidFill>
              <a:latin typeface="Noto Sans JP"/>
              <a:ea typeface="Noto Sans JP"/>
              <a:cs typeface="Noto Sans JP"/>
              <a:sym typeface="Noto Sans JP"/>
            </a:endParaRPr>
          </a:p>
        </p:txBody>
      </p:sp>
      <p:sp>
        <p:nvSpPr>
          <p:cNvPr id="406" name="Google Shape;406;p33"/>
          <p:cNvSpPr txBox="1"/>
          <p:nvPr/>
        </p:nvSpPr>
        <p:spPr>
          <a:xfrm>
            <a:off x="1936725" y="1544075"/>
            <a:ext cx="1085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法人契約 10社</a:t>
            </a:r>
            <a:endParaRPr sz="1000">
              <a:solidFill>
                <a:schemeClr val="accent1"/>
              </a:solidFill>
              <a:latin typeface="Noto Sans JP"/>
              <a:ea typeface="Noto Sans JP"/>
              <a:cs typeface="Noto Sans JP"/>
              <a:sym typeface="Noto Sans JP"/>
            </a:endParaRPr>
          </a:p>
        </p:txBody>
      </p:sp>
      <p:cxnSp>
        <p:nvCxnSpPr>
          <p:cNvPr id="407" name="Google Shape;407;p33"/>
          <p:cNvCxnSpPr>
            <a:stCxn id="408" idx="4"/>
          </p:cNvCxnSpPr>
          <p:nvPr/>
        </p:nvCxnSpPr>
        <p:spPr>
          <a:xfrm>
            <a:off x="5604250" y="2650806"/>
            <a:ext cx="0" cy="645000"/>
          </a:xfrm>
          <a:prstGeom prst="straightConnector1">
            <a:avLst/>
          </a:prstGeom>
          <a:noFill/>
          <a:ln cap="flat" cmpd="sng" w="9525">
            <a:solidFill>
              <a:srgbClr val="666666"/>
            </a:solidFill>
            <a:prstDash val="dash"/>
            <a:round/>
            <a:headEnd len="med" w="med" type="none"/>
            <a:tailEnd len="med" w="med" type="none"/>
          </a:ln>
        </p:spPr>
      </p:cxnSp>
      <p:sp>
        <p:nvSpPr>
          <p:cNvPr id="408" name="Google Shape;408;p33"/>
          <p:cNvSpPr/>
          <p:nvPr/>
        </p:nvSpPr>
        <p:spPr>
          <a:xfrm>
            <a:off x="5569300" y="2582406"/>
            <a:ext cx="69900" cy="68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33"/>
          <p:cNvSpPr txBox="1"/>
          <p:nvPr/>
        </p:nvSpPr>
        <p:spPr>
          <a:xfrm>
            <a:off x="5368600" y="2422739"/>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highlight>
                  <a:srgbClr val="F7F7F7"/>
                </a:highlight>
                <a:latin typeface="Noto Sans JP"/>
                <a:ea typeface="Noto Sans JP"/>
                <a:cs typeface="Noto Sans JP"/>
                <a:sym typeface="Noto Sans JP"/>
              </a:rPr>
              <a:t>25/01</a:t>
            </a:r>
            <a:endParaRPr b="1" sz="800">
              <a:solidFill>
                <a:schemeClr val="lt1"/>
              </a:solidFill>
              <a:highlight>
                <a:srgbClr val="F7F7F7"/>
              </a:highlight>
              <a:latin typeface="Noto Sans JP"/>
              <a:ea typeface="Noto Sans JP"/>
              <a:cs typeface="Noto Sans JP"/>
              <a:sym typeface="Noto Sans JP"/>
            </a:endParaRPr>
          </a:p>
        </p:txBody>
      </p:sp>
      <p:sp>
        <p:nvSpPr>
          <p:cNvPr id="410" name="Google Shape;410;p33"/>
          <p:cNvSpPr txBox="1"/>
          <p:nvPr/>
        </p:nvSpPr>
        <p:spPr>
          <a:xfrm>
            <a:off x="3363125" y="2428884"/>
            <a:ext cx="471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800">
                <a:solidFill>
                  <a:schemeClr val="lt1"/>
                </a:solidFill>
                <a:highlight>
                  <a:srgbClr val="F7F7F7"/>
                </a:highlight>
                <a:latin typeface="Noto Sans JP"/>
                <a:ea typeface="Noto Sans JP"/>
                <a:cs typeface="Noto Sans JP"/>
                <a:sym typeface="Noto Sans JP"/>
              </a:rPr>
              <a:t>24/08</a:t>
            </a:r>
            <a:endParaRPr b="1" sz="800">
              <a:solidFill>
                <a:schemeClr val="lt1"/>
              </a:solidFill>
              <a:highlight>
                <a:srgbClr val="F7F7F7"/>
              </a:highlight>
              <a:latin typeface="Noto Sans JP"/>
              <a:ea typeface="Noto Sans JP"/>
              <a:cs typeface="Noto Sans JP"/>
              <a:sym typeface="Noto Sans JP"/>
            </a:endParaRPr>
          </a:p>
        </p:txBody>
      </p:sp>
      <p:cxnSp>
        <p:nvCxnSpPr>
          <p:cNvPr id="411" name="Google Shape;411;p33"/>
          <p:cNvCxnSpPr>
            <a:stCxn id="412" idx="4"/>
          </p:cNvCxnSpPr>
          <p:nvPr/>
        </p:nvCxnSpPr>
        <p:spPr>
          <a:xfrm>
            <a:off x="3598775" y="2648600"/>
            <a:ext cx="0" cy="641400"/>
          </a:xfrm>
          <a:prstGeom prst="straightConnector1">
            <a:avLst/>
          </a:prstGeom>
          <a:noFill/>
          <a:ln cap="flat" cmpd="sng" w="9525">
            <a:solidFill>
              <a:srgbClr val="666666"/>
            </a:solidFill>
            <a:prstDash val="dash"/>
            <a:round/>
            <a:headEnd len="med" w="med" type="none"/>
            <a:tailEnd len="med" w="med" type="none"/>
          </a:ln>
        </p:spPr>
      </p:cxnSp>
      <p:sp>
        <p:nvSpPr>
          <p:cNvPr id="412" name="Google Shape;412;p33"/>
          <p:cNvSpPr/>
          <p:nvPr/>
        </p:nvSpPr>
        <p:spPr>
          <a:xfrm>
            <a:off x="3566375" y="2582300"/>
            <a:ext cx="64800" cy="6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33"/>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  ｜ </a:t>
            </a:r>
            <a:r>
              <a:rPr b="0" lang="ja"/>
              <a:t> </a:t>
            </a:r>
            <a:r>
              <a:rPr lang="ja">
                <a:solidFill>
                  <a:schemeClr val="accent1"/>
                </a:solidFill>
              </a:rPr>
              <a:t>マイルストーンとKPI</a:t>
            </a:r>
            <a:endParaRPr/>
          </a:p>
        </p:txBody>
      </p:sp>
      <p:sp>
        <p:nvSpPr>
          <p:cNvPr id="414" name="Google Shape;414;p33"/>
          <p:cNvSpPr txBox="1"/>
          <p:nvPr/>
        </p:nvSpPr>
        <p:spPr>
          <a:xfrm>
            <a:off x="1936725" y="1730075"/>
            <a:ext cx="11757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国内８社</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ASEAN２社</a:t>
            </a:r>
            <a:endParaRPr sz="700">
              <a:solidFill>
                <a:srgbClr val="666666"/>
              </a:solidFill>
              <a:latin typeface="Noto Sans JP"/>
              <a:ea typeface="Noto Sans JP"/>
              <a:cs typeface="Noto Sans JP"/>
              <a:sym typeface="Noto Sans JP"/>
            </a:endParaRPr>
          </a:p>
        </p:txBody>
      </p:sp>
      <p:sp>
        <p:nvSpPr>
          <p:cNvPr id="415" name="Google Shape;415;p33"/>
          <p:cNvSpPr/>
          <p:nvPr/>
        </p:nvSpPr>
        <p:spPr>
          <a:xfrm rot="-2392">
            <a:off x="535725" y="3021650"/>
            <a:ext cx="1293300" cy="1911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800">
                <a:solidFill>
                  <a:schemeClr val="dk2"/>
                </a:solidFill>
                <a:latin typeface="Noto Sans JP"/>
                <a:ea typeface="Noto Sans JP"/>
                <a:cs typeface="Noto Sans JP"/>
                <a:sym typeface="Noto Sans JP"/>
              </a:rPr>
              <a:t>System Milestone</a:t>
            </a:r>
            <a:endParaRPr b="1" sz="800">
              <a:solidFill>
                <a:schemeClr val="dk2"/>
              </a:solidFill>
              <a:latin typeface="Noto Sans JP"/>
              <a:ea typeface="Noto Sans JP"/>
              <a:cs typeface="Noto Sans JP"/>
              <a:sym typeface="Noto Sans JP"/>
            </a:endParaRPr>
          </a:p>
        </p:txBody>
      </p:sp>
      <p:sp>
        <p:nvSpPr>
          <p:cNvPr id="416" name="Google Shape;416;p33"/>
          <p:cNvSpPr txBox="1"/>
          <p:nvPr/>
        </p:nvSpPr>
        <p:spPr>
          <a:xfrm>
            <a:off x="4071450" y="1544075"/>
            <a:ext cx="1406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プロモーション開始</a:t>
            </a:r>
            <a:endParaRPr b="1" sz="1000">
              <a:solidFill>
                <a:schemeClr val="accent1"/>
              </a:solidFill>
              <a:latin typeface="Noto Sans JP"/>
              <a:ea typeface="Noto Sans JP"/>
              <a:cs typeface="Noto Sans JP"/>
              <a:sym typeface="Noto Sans JP"/>
            </a:endParaRPr>
          </a:p>
        </p:txBody>
      </p:sp>
      <p:sp>
        <p:nvSpPr>
          <p:cNvPr id="417" name="Google Shape;417;p33"/>
          <p:cNvSpPr txBox="1"/>
          <p:nvPr/>
        </p:nvSpPr>
        <p:spPr>
          <a:xfrm>
            <a:off x="3241000" y="3348225"/>
            <a:ext cx="1406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1st Release</a:t>
            </a:r>
            <a:endParaRPr b="1" sz="1000">
              <a:solidFill>
                <a:schemeClr val="accent1"/>
              </a:solidFill>
              <a:latin typeface="Noto Sans JP"/>
              <a:ea typeface="Noto Sans JP"/>
              <a:cs typeface="Noto Sans JP"/>
              <a:sym typeface="Noto Sans JP"/>
            </a:endParaRPr>
          </a:p>
        </p:txBody>
      </p:sp>
      <p:sp>
        <p:nvSpPr>
          <p:cNvPr id="418" name="Google Shape;418;p33"/>
          <p:cNvSpPr txBox="1"/>
          <p:nvPr/>
        </p:nvSpPr>
        <p:spPr>
          <a:xfrm>
            <a:off x="3241000" y="3534225"/>
            <a:ext cx="11757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コアミドルウェアの入れ替えは必須</a:t>
            </a:r>
            <a:endParaRPr sz="700">
              <a:solidFill>
                <a:srgbClr val="666666"/>
              </a:solidFill>
              <a:latin typeface="Noto Sans JP"/>
              <a:ea typeface="Noto Sans JP"/>
              <a:cs typeface="Noto Sans JP"/>
              <a:sym typeface="Noto Sans JP"/>
            </a:endParaRPr>
          </a:p>
        </p:txBody>
      </p:sp>
      <p:sp>
        <p:nvSpPr>
          <p:cNvPr id="419" name="Google Shape;419;p33"/>
          <p:cNvSpPr txBox="1"/>
          <p:nvPr/>
        </p:nvSpPr>
        <p:spPr>
          <a:xfrm>
            <a:off x="5327025" y="3348225"/>
            <a:ext cx="1406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2nd</a:t>
            </a:r>
            <a:r>
              <a:rPr b="1" lang="ja" sz="1000">
                <a:solidFill>
                  <a:schemeClr val="accent1"/>
                </a:solidFill>
                <a:latin typeface="Noto Sans JP"/>
                <a:ea typeface="Noto Sans JP"/>
                <a:cs typeface="Noto Sans JP"/>
                <a:sym typeface="Noto Sans JP"/>
              </a:rPr>
              <a:t> Release</a:t>
            </a:r>
            <a:endParaRPr b="1" sz="1000">
              <a:solidFill>
                <a:schemeClr val="accent1"/>
              </a:solidFill>
              <a:latin typeface="Noto Sans JP"/>
              <a:ea typeface="Noto Sans JP"/>
              <a:cs typeface="Noto Sans JP"/>
              <a:sym typeface="Noto Sans JP"/>
            </a:endParaRPr>
          </a:p>
        </p:txBody>
      </p:sp>
      <p:sp>
        <p:nvSpPr>
          <p:cNvPr id="420" name="Google Shape;420;p33"/>
          <p:cNvSpPr txBox="1"/>
          <p:nvPr/>
        </p:nvSpPr>
        <p:spPr>
          <a:xfrm>
            <a:off x="5327025" y="3534225"/>
            <a:ext cx="11757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補足説明があればここに記入 補足説明があればここに記入</a:t>
            </a:r>
            <a:endParaRPr sz="700">
              <a:solidFill>
                <a:srgbClr val="666666"/>
              </a:solidFill>
              <a:latin typeface="Noto Sans JP"/>
              <a:ea typeface="Noto Sans JP"/>
              <a:cs typeface="Noto Sans JP"/>
              <a:sym typeface="Noto Sans JP"/>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p:nvPr/>
        </p:nvSpPr>
        <p:spPr>
          <a:xfrm>
            <a:off x="4201350" y="5500075"/>
            <a:ext cx="2883000" cy="27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426" name="Google Shape;426;p34"/>
          <p:cNvSpPr/>
          <p:nvPr/>
        </p:nvSpPr>
        <p:spPr>
          <a:xfrm>
            <a:off x="2445950" y="5504893"/>
            <a:ext cx="1737600" cy="25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sp>
        <p:nvSpPr>
          <p:cNvPr id="427" name="Google Shape;427;p34"/>
          <p:cNvSpPr/>
          <p:nvPr/>
        </p:nvSpPr>
        <p:spPr>
          <a:xfrm>
            <a:off x="1269050" y="5504893"/>
            <a:ext cx="1159200" cy="25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800"/>
          </a:p>
        </p:txBody>
      </p:sp>
      <p:sp>
        <p:nvSpPr>
          <p:cNvPr id="428" name="Google Shape;428;p34"/>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Milestone and KPIs</a:t>
            </a:r>
            <a:endParaRPr/>
          </a:p>
        </p:txBody>
      </p:sp>
      <p:sp>
        <p:nvSpPr>
          <p:cNvPr id="429" name="Google Shape;429;p34"/>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Milestone  ｜ </a:t>
            </a:r>
            <a:r>
              <a:rPr b="0" lang="ja"/>
              <a:t> </a:t>
            </a:r>
            <a:r>
              <a:rPr lang="ja">
                <a:solidFill>
                  <a:schemeClr val="accent1"/>
                </a:solidFill>
              </a:rPr>
              <a:t>マイルストーンとKPI</a:t>
            </a:r>
            <a:endParaRPr/>
          </a:p>
        </p:txBody>
      </p:sp>
      <p:graphicFrame>
        <p:nvGraphicFramePr>
          <p:cNvPr id="430" name="Google Shape;430;p34"/>
          <p:cNvGraphicFramePr/>
          <p:nvPr/>
        </p:nvGraphicFramePr>
        <p:xfrm>
          <a:off x="1143250" y="1343713"/>
          <a:ext cx="3000000" cy="3000000"/>
        </p:xfrm>
        <a:graphic>
          <a:graphicData uri="http://schemas.openxmlformats.org/drawingml/2006/table">
            <a:tbl>
              <a:tblPr>
                <a:noFill/>
                <a:tableStyleId>{8F216753-BB0D-48B7-8646-87B62376C550}</a:tableStyleId>
              </a:tblPr>
              <a:tblGrid>
                <a:gridCol w="789950"/>
                <a:gridCol w="1177025"/>
                <a:gridCol w="2118600"/>
                <a:gridCol w="2771925"/>
              </a:tblGrid>
              <a:tr h="439925">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Date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1100"/>
                        <a:buFont typeface="Arial"/>
                        <a:buNone/>
                      </a:pPr>
                      <a:r>
                        <a:rPr b="1" lang="ja" sz="800">
                          <a:solidFill>
                            <a:schemeClr val="lt1"/>
                          </a:solidFill>
                          <a:latin typeface="Noto Sans JP"/>
                          <a:ea typeface="Noto Sans JP"/>
                          <a:cs typeface="Noto Sans JP"/>
                          <a:sym typeface="Noto Sans JP"/>
                        </a:rPr>
                        <a:t>Milestone Type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Clr>
                          <a:schemeClr val="dk1"/>
                        </a:buClr>
                        <a:buSzPts val="1100"/>
                        <a:buFont typeface="Arial"/>
                        <a:buNone/>
                      </a:pPr>
                      <a:r>
                        <a:rPr b="1" lang="ja" sz="800">
                          <a:solidFill>
                            <a:schemeClr val="lt1"/>
                          </a:solidFill>
                          <a:latin typeface="Noto Sans JP"/>
                          <a:ea typeface="Noto Sans JP"/>
                          <a:cs typeface="Noto Sans JP"/>
                          <a:sym typeface="Noto Sans JP"/>
                        </a:rPr>
                        <a:t>Milestone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Discription</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2024/04</a:t>
                      </a:r>
                      <a:endParaRPr sz="900">
                        <a:latin typeface="Noto Sans JP"/>
                        <a:ea typeface="Noto Sans JP"/>
                        <a:cs typeface="Noto Sans JP"/>
                        <a:sym typeface="Noto Sans JP"/>
                      </a:endParaRPr>
                    </a:p>
                  </a:txBody>
                  <a:tcPr marT="90000"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chemeClr val="accent2"/>
                          </a:solidFill>
                          <a:highlight>
                            <a:schemeClr val="accent5"/>
                          </a:highlight>
                          <a:latin typeface="Zen Kaku Gothic New"/>
                          <a:ea typeface="Zen Kaku Gothic New"/>
                          <a:cs typeface="Zen Kaku Gothic New"/>
                          <a:sym typeface="Zen Kaku Gothic New"/>
                        </a:rPr>
                        <a:t>　Business　</a:t>
                      </a:r>
                      <a:endParaRPr b="1" sz="800">
                        <a:solidFill>
                          <a:schemeClr val="accent2"/>
                        </a:solidFill>
                        <a:highlight>
                          <a:schemeClr val="accent5"/>
                        </a:highlight>
                        <a:latin typeface="Zen Kaku Gothic New"/>
                        <a:ea typeface="Zen Kaku Gothic New"/>
                        <a:cs typeface="Zen Kaku Gothic New"/>
                        <a:sym typeface="Zen Kaku Gothic New"/>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法人契約10社</a:t>
                      </a:r>
                      <a:endParaRPr b="1" sz="1000">
                        <a:solidFill>
                          <a:schemeClr val="accen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国内８社</a:t>
                      </a:r>
                      <a:endParaRPr sz="900">
                        <a:solidFill>
                          <a:schemeClr val="lt1"/>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ASEAN２社</a:t>
                      </a:r>
                      <a:endParaRPr sz="900">
                        <a:solidFill>
                          <a:schemeClr val="l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2024/08</a:t>
                      </a:r>
                      <a:endParaRPr sz="900">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rgbClr val="7F6000"/>
                          </a:solidFill>
                          <a:highlight>
                            <a:schemeClr val="accent6"/>
                          </a:highlight>
                          <a:latin typeface="Zen Kaku Gothic New"/>
                          <a:ea typeface="Zen Kaku Gothic New"/>
                          <a:cs typeface="Zen Kaku Gothic New"/>
                          <a:sym typeface="Zen Kaku Gothic New"/>
                        </a:rPr>
                        <a:t>　</a:t>
                      </a:r>
                      <a:r>
                        <a:rPr b="1" lang="ja" sz="800">
                          <a:solidFill>
                            <a:srgbClr val="7F6000"/>
                          </a:solidFill>
                          <a:highlight>
                            <a:schemeClr val="accent6"/>
                          </a:highlight>
                          <a:latin typeface="Zen Kaku Gothic New"/>
                          <a:ea typeface="Zen Kaku Gothic New"/>
                          <a:cs typeface="Zen Kaku Gothic New"/>
                          <a:sym typeface="Zen Kaku Gothic New"/>
                        </a:rPr>
                        <a:t>System　</a:t>
                      </a:r>
                      <a:endParaRPr b="1" sz="800">
                        <a:solidFill>
                          <a:srgbClr val="7F6000"/>
                        </a:solidFill>
                        <a:highlight>
                          <a:schemeClr val="accent6"/>
                        </a:highlight>
                        <a:latin typeface="Zen Kaku Gothic New"/>
                        <a:ea typeface="Zen Kaku Gothic New"/>
                        <a:cs typeface="Zen Kaku Gothic New"/>
                        <a:sym typeface="Zen Kaku Gothic New"/>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1st Release</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コアミドルウェアの入れ替えは必須</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2024/10</a:t>
                      </a:r>
                      <a:endParaRPr sz="900">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chemeClr val="accent2"/>
                          </a:solidFill>
                          <a:highlight>
                            <a:schemeClr val="accent5"/>
                          </a:highlight>
                          <a:latin typeface="Zen Kaku Gothic New"/>
                          <a:ea typeface="Zen Kaku Gothic New"/>
                          <a:cs typeface="Zen Kaku Gothic New"/>
                          <a:sym typeface="Zen Kaku Gothic New"/>
                        </a:rPr>
                        <a:t>　Business　</a:t>
                      </a:r>
                      <a:endParaRPr b="1" sz="800">
                        <a:solidFill>
                          <a:srgbClr val="AD0C00"/>
                        </a:solidFill>
                        <a:highlight>
                          <a:srgbClr val="FBE6E2"/>
                        </a:highlight>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プロプロモーション開始</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補足説明があればここに記入</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900">
                          <a:latin typeface="Noto Sans JP"/>
                          <a:ea typeface="Noto Sans JP"/>
                          <a:cs typeface="Noto Sans JP"/>
                          <a:sym typeface="Noto Sans JP"/>
                        </a:rPr>
                        <a:t>2025/01</a:t>
                      </a:r>
                      <a:endParaRPr sz="900">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800">
                          <a:solidFill>
                            <a:srgbClr val="7F6000"/>
                          </a:solidFill>
                          <a:highlight>
                            <a:schemeClr val="accent6"/>
                          </a:highlight>
                          <a:latin typeface="Zen Kaku Gothic New"/>
                          <a:ea typeface="Zen Kaku Gothic New"/>
                          <a:cs typeface="Zen Kaku Gothic New"/>
                          <a:sym typeface="Zen Kaku Gothic New"/>
                        </a:rPr>
                        <a:t>　System　</a:t>
                      </a:r>
                      <a:endParaRPr b="1" sz="800">
                        <a:solidFill>
                          <a:srgbClr val="7F6000"/>
                        </a:solidFill>
                        <a:highlight>
                          <a:schemeClr val="accent6"/>
                        </a:highlight>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2nd Release</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5"/>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Team Structure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6"/>
          <p:cNvSpPr/>
          <p:nvPr/>
        </p:nvSpPr>
        <p:spPr>
          <a:xfrm>
            <a:off x="3067375" y="1075575"/>
            <a:ext cx="5662500" cy="1273500"/>
          </a:xfrm>
          <a:prstGeom prst="roundRect">
            <a:avLst>
              <a:gd fmla="val 2172" name="adj"/>
            </a:avLst>
          </a:prstGeom>
          <a:solidFill>
            <a:srgbClr val="FF2200">
              <a:alpha val="5000"/>
            </a:srgbClr>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6"/>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Development Team</a:t>
            </a:r>
            <a:endParaRPr/>
          </a:p>
        </p:txBody>
      </p:sp>
      <p:sp>
        <p:nvSpPr>
          <p:cNvPr id="442" name="Google Shape;442;p36"/>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Team Structure  ｜ </a:t>
            </a:r>
            <a:r>
              <a:rPr lang="ja">
                <a:solidFill>
                  <a:schemeClr val="accent1"/>
                </a:solidFill>
                <a:latin typeface="Arial"/>
                <a:ea typeface="Arial"/>
                <a:cs typeface="Arial"/>
                <a:sym typeface="Arial"/>
              </a:rPr>
              <a:t>開発体制</a:t>
            </a:r>
            <a:endParaRPr/>
          </a:p>
        </p:txBody>
      </p:sp>
      <p:sp>
        <p:nvSpPr>
          <p:cNvPr id="443" name="Google Shape;443;p36"/>
          <p:cNvSpPr/>
          <p:nvPr/>
        </p:nvSpPr>
        <p:spPr>
          <a:xfrm>
            <a:off x="450000" y="2651225"/>
            <a:ext cx="14091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Product Owner</a:t>
            </a:r>
            <a:endParaRPr b="1" sz="1000">
              <a:solidFill>
                <a:srgbClr val="FFFFFF"/>
              </a:solidFill>
              <a:latin typeface="Zen Kaku Gothic New"/>
              <a:ea typeface="Zen Kaku Gothic New"/>
              <a:cs typeface="Zen Kaku Gothic New"/>
              <a:sym typeface="Zen Kaku Gothic New"/>
            </a:endParaRPr>
          </a:p>
        </p:txBody>
      </p:sp>
      <p:sp>
        <p:nvSpPr>
          <p:cNvPr id="444" name="Google Shape;444;p36"/>
          <p:cNvSpPr/>
          <p:nvPr/>
        </p:nvSpPr>
        <p:spPr>
          <a:xfrm>
            <a:off x="4015575" y="1799675"/>
            <a:ext cx="14091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PM (JP Office)</a:t>
            </a:r>
            <a:endParaRPr b="1" sz="1000">
              <a:solidFill>
                <a:srgbClr val="FFFFFF"/>
              </a:solidFill>
              <a:latin typeface="Zen Kaku Gothic New"/>
              <a:ea typeface="Zen Kaku Gothic New"/>
              <a:cs typeface="Zen Kaku Gothic New"/>
              <a:sym typeface="Zen Kaku Gothic New"/>
            </a:endParaRPr>
          </a:p>
        </p:txBody>
      </p:sp>
      <p:sp>
        <p:nvSpPr>
          <p:cNvPr id="445" name="Google Shape;445;p36"/>
          <p:cNvSpPr txBox="1"/>
          <p:nvPr/>
        </p:nvSpPr>
        <p:spPr>
          <a:xfrm>
            <a:off x="5002675" y="1328475"/>
            <a:ext cx="1791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000">
                <a:solidFill>
                  <a:schemeClr val="dk1"/>
                </a:solidFill>
                <a:latin typeface="Noto Sans JP"/>
                <a:ea typeface="Noto Sans JP"/>
                <a:cs typeface="Noto Sans JP"/>
                <a:sym typeface="Noto Sans JP"/>
              </a:rPr>
              <a:t>Business Development Team</a:t>
            </a:r>
            <a:endParaRPr b="1" sz="1000">
              <a:solidFill>
                <a:schemeClr val="dk1"/>
              </a:solidFill>
              <a:latin typeface="Noto Sans JP"/>
              <a:ea typeface="Noto Sans JP"/>
              <a:cs typeface="Noto Sans JP"/>
              <a:sym typeface="Noto Sans JP"/>
            </a:endParaRPr>
          </a:p>
        </p:txBody>
      </p:sp>
      <p:sp>
        <p:nvSpPr>
          <p:cNvPr id="446" name="Google Shape;446;p36"/>
          <p:cNvSpPr/>
          <p:nvPr/>
        </p:nvSpPr>
        <p:spPr>
          <a:xfrm>
            <a:off x="6372575" y="1799675"/>
            <a:ext cx="14091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Designer</a:t>
            </a:r>
            <a:endParaRPr b="1" sz="1000">
              <a:solidFill>
                <a:srgbClr val="FFFFFF"/>
              </a:solidFill>
              <a:latin typeface="Zen Kaku Gothic New"/>
              <a:ea typeface="Zen Kaku Gothic New"/>
              <a:cs typeface="Zen Kaku Gothic New"/>
              <a:sym typeface="Zen Kaku Gothic New"/>
            </a:endParaRPr>
          </a:p>
        </p:txBody>
      </p:sp>
      <p:sp>
        <p:nvSpPr>
          <p:cNvPr id="447" name="Google Shape;447;p36"/>
          <p:cNvSpPr/>
          <p:nvPr/>
        </p:nvSpPr>
        <p:spPr>
          <a:xfrm>
            <a:off x="3067375" y="2571675"/>
            <a:ext cx="5662500" cy="2192400"/>
          </a:xfrm>
          <a:prstGeom prst="roundRect">
            <a:avLst>
              <a:gd fmla="val 2172" name="adj"/>
            </a:avLst>
          </a:prstGeom>
          <a:solidFill>
            <a:srgbClr val="FF2200">
              <a:alpha val="5000"/>
            </a:srgbClr>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6"/>
          <p:cNvSpPr txBox="1"/>
          <p:nvPr/>
        </p:nvSpPr>
        <p:spPr>
          <a:xfrm>
            <a:off x="5002675" y="2797575"/>
            <a:ext cx="1791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000">
                <a:solidFill>
                  <a:schemeClr val="dk1"/>
                </a:solidFill>
                <a:latin typeface="Noto Sans JP"/>
                <a:ea typeface="Noto Sans JP"/>
                <a:cs typeface="Noto Sans JP"/>
                <a:sym typeface="Noto Sans JP"/>
              </a:rPr>
              <a:t>Product Development Team</a:t>
            </a:r>
            <a:endParaRPr b="1" sz="1000">
              <a:solidFill>
                <a:schemeClr val="dk1"/>
              </a:solidFill>
              <a:latin typeface="Noto Sans JP"/>
              <a:ea typeface="Noto Sans JP"/>
              <a:cs typeface="Noto Sans JP"/>
              <a:sym typeface="Noto Sans JP"/>
            </a:endParaRPr>
          </a:p>
        </p:txBody>
      </p:sp>
      <p:sp>
        <p:nvSpPr>
          <p:cNvPr id="449" name="Google Shape;449;p36"/>
          <p:cNvSpPr/>
          <p:nvPr/>
        </p:nvSpPr>
        <p:spPr>
          <a:xfrm>
            <a:off x="3995475" y="3523500"/>
            <a:ext cx="1449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BrSE</a:t>
            </a:r>
            <a:endParaRPr b="1" sz="1000">
              <a:solidFill>
                <a:srgbClr val="FFFFFF"/>
              </a:solidFill>
              <a:latin typeface="Zen Kaku Gothic New"/>
              <a:ea typeface="Zen Kaku Gothic New"/>
              <a:cs typeface="Zen Kaku Gothic New"/>
              <a:sym typeface="Zen Kaku Gothic New"/>
            </a:endParaRPr>
          </a:p>
        </p:txBody>
      </p:sp>
      <p:sp>
        <p:nvSpPr>
          <p:cNvPr id="450" name="Google Shape;450;p36"/>
          <p:cNvSpPr/>
          <p:nvPr/>
        </p:nvSpPr>
        <p:spPr>
          <a:xfrm>
            <a:off x="6352475" y="3887081"/>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Tech Lead</a:t>
            </a:r>
            <a:endParaRPr b="1" sz="1000">
              <a:solidFill>
                <a:srgbClr val="FFFFFF"/>
              </a:solidFill>
              <a:latin typeface="Zen Kaku Gothic New"/>
              <a:ea typeface="Zen Kaku Gothic New"/>
              <a:cs typeface="Zen Kaku Gothic New"/>
              <a:sym typeface="Zen Kaku Gothic New"/>
            </a:endParaRPr>
          </a:p>
        </p:txBody>
      </p:sp>
      <p:sp>
        <p:nvSpPr>
          <p:cNvPr id="451" name="Google Shape;451;p36"/>
          <p:cNvSpPr/>
          <p:nvPr/>
        </p:nvSpPr>
        <p:spPr>
          <a:xfrm>
            <a:off x="3995475" y="3124575"/>
            <a:ext cx="1449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PSM</a:t>
            </a:r>
            <a:r>
              <a:rPr b="1" lang="ja" sz="700">
                <a:solidFill>
                  <a:srgbClr val="FFFFFF"/>
                </a:solidFill>
                <a:latin typeface="Zen Kaku Gothic New"/>
                <a:ea typeface="Zen Kaku Gothic New"/>
                <a:cs typeface="Zen Kaku Gothic New"/>
                <a:sym typeface="Zen Kaku Gothic New"/>
              </a:rPr>
              <a:t> (PJ Success Manager)</a:t>
            </a:r>
            <a:endParaRPr b="1" sz="700">
              <a:solidFill>
                <a:srgbClr val="FFFFFF"/>
              </a:solidFill>
              <a:latin typeface="Zen Kaku Gothic New"/>
              <a:ea typeface="Zen Kaku Gothic New"/>
              <a:cs typeface="Zen Kaku Gothic New"/>
              <a:sym typeface="Zen Kaku Gothic New"/>
            </a:endParaRPr>
          </a:p>
        </p:txBody>
      </p:sp>
      <p:sp>
        <p:nvSpPr>
          <p:cNvPr id="452" name="Google Shape;452;p36"/>
          <p:cNvSpPr/>
          <p:nvPr/>
        </p:nvSpPr>
        <p:spPr>
          <a:xfrm>
            <a:off x="6352475" y="3109988"/>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Backend Engineers</a:t>
            </a:r>
            <a:endParaRPr b="1" sz="1000">
              <a:solidFill>
                <a:srgbClr val="FFFFFF"/>
              </a:solidFill>
              <a:latin typeface="Zen Kaku Gothic New"/>
              <a:ea typeface="Zen Kaku Gothic New"/>
              <a:cs typeface="Zen Kaku Gothic New"/>
              <a:sym typeface="Zen Kaku Gothic New"/>
            </a:endParaRPr>
          </a:p>
        </p:txBody>
      </p:sp>
      <p:sp>
        <p:nvSpPr>
          <p:cNvPr id="453" name="Google Shape;453;p36"/>
          <p:cNvSpPr/>
          <p:nvPr/>
        </p:nvSpPr>
        <p:spPr>
          <a:xfrm>
            <a:off x="6352475" y="3521388"/>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Frontend Engineers</a:t>
            </a:r>
            <a:endParaRPr b="1" sz="1000">
              <a:solidFill>
                <a:srgbClr val="FFFFFF"/>
              </a:solidFill>
              <a:latin typeface="Zen Kaku Gothic New"/>
              <a:ea typeface="Zen Kaku Gothic New"/>
              <a:cs typeface="Zen Kaku Gothic New"/>
              <a:sym typeface="Zen Kaku Gothic New"/>
            </a:endParaRPr>
          </a:p>
        </p:txBody>
      </p:sp>
      <p:sp>
        <p:nvSpPr>
          <p:cNvPr id="454" name="Google Shape;454;p36"/>
          <p:cNvSpPr/>
          <p:nvPr/>
        </p:nvSpPr>
        <p:spPr>
          <a:xfrm>
            <a:off x="6352475" y="4268599"/>
            <a:ext cx="1449300" cy="252900"/>
          </a:xfrm>
          <a:prstGeom prst="roundRect">
            <a:avLst>
              <a:gd fmla="val 10093" name="adj"/>
            </a:avLst>
          </a:prstGeom>
          <a:solidFill>
            <a:srgbClr val="AD0C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000">
                <a:solidFill>
                  <a:srgbClr val="FFFFFF"/>
                </a:solidFill>
                <a:latin typeface="Zen Kaku Gothic New"/>
                <a:ea typeface="Zen Kaku Gothic New"/>
                <a:cs typeface="Zen Kaku Gothic New"/>
                <a:sym typeface="Zen Kaku Gothic New"/>
              </a:rPr>
              <a:t>QA</a:t>
            </a:r>
            <a:endParaRPr b="1" sz="1000">
              <a:solidFill>
                <a:srgbClr val="FFFFFF"/>
              </a:solidFill>
              <a:latin typeface="Zen Kaku Gothic New"/>
              <a:ea typeface="Zen Kaku Gothic New"/>
              <a:cs typeface="Zen Kaku Gothic New"/>
              <a:sym typeface="Zen Kaku Gothic New"/>
            </a:endParaRPr>
          </a:p>
        </p:txBody>
      </p:sp>
      <p:cxnSp>
        <p:nvCxnSpPr>
          <p:cNvPr id="455" name="Google Shape;455;p36"/>
          <p:cNvCxnSpPr>
            <a:stCxn id="443" idx="3"/>
            <a:endCxn id="451" idx="1"/>
          </p:cNvCxnSpPr>
          <p:nvPr/>
        </p:nvCxnSpPr>
        <p:spPr>
          <a:xfrm>
            <a:off x="1859100" y="2777675"/>
            <a:ext cx="2136300" cy="473400"/>
          </a:xfrm>
          <a:prstGeom prst="bentConnector3">
            <a:avLst>
              <a:gd fmla="val 44165" name="adj1"/>
            </a:avLst>
          </a:prstGeom>
          <a:noFill/>
          <a:ln cap="flat" cmpd="sng" w="9525">
            <a:solidFill>
              <a:srgbClr val="B7B7B7"/>
            </a:solidFill>
            <a:prstDash val="solid"/>
            <a:round/>
            <a:headEnd len="med" w="med" type="none"/>
            <a:tailEnd len="med" w="med" type="none"/>
          </a:ln>
        </p:spPr>
      </p:cxnSp>
      <p:cxnSp>
        <p:nvCxnSpPr>
          <p:cNvPr id="456" name="Google Shape;456;p36"/>
          <p:cNvCxnSpPr>
            <a:endCxn id="444" idx="1"/>
          </p:cNvCxnSpPr>
          <p:nvPr/>
        </p:nvCxnSpPr>
        <p:spPr>
          <a:xfrm flipH="1" rot="10800000">
            <a:off x="1856475" y="1926125"/>
            <a:ext cx="2159100" cy="850800"/>
          </a:xfrm>
          <a:prstGeom prst="bentConnector3">
            <a:avLst>
              <a:gd fmla="val 43744" name="adj1"/>
            </a:avLst>
          </a:prstGeom>
          <a:noFill/>
          <a:ln cap="flat" cmpd="sng" w="9525">
            <a:solidFill>
              <a:srgbClr val="B7B7B7"/>
            </a:solidFill>
            <a:prstDash val="solid"/>
            <a:round/>
            <a:headEnd len="med" w="med" type="none"/>
            <a:tailEnd len="med" w="med" type="none"/>
          </a:ln>
        </p:spPr>
      </p:cxnSp>
      <p:cxnSp>
        <p:nvCxnSpPr>
          <p:cNvPr id="457" name="Google Shape;457;p36"/>
          <p:cNvCxnSpPr>
            <a:stCxn id="443" idx="3"/>
            <a:endCxn id="449" idx="1"/>
          </p:cNvCxnSpPr>
          <p:nvPr/>
        </p:nvCxnSpPr>
        <p:spPr>
          <a:xfrm>
            <a:off x="1859100" y="2777675"/>
            <a:ext cx="2136300" cy="872400"/>
          </a:xfrm>
          <a:prstGeom prst="bentConnector3">
            <a:avLst>
              <a:gd fmla="val 44036" name="adj1"/>
            </a:avLst>
          </a:prstGeom>
          <a:noFill/>
          <a:ln cap="flat" cmpd="sng" w="9525">
            <a:solidFill>
              <a:srgbClr val="B7B7B7"/>
            </a:solidFill>
            <a:prstDash val="solid"/>
            <a:round/>
            <a:headEnd len="med" w="med" type="none"/>
            <a:tailEnd len="med" w="med" type="none"/>
          </a:ln>
        </p:spPr>
      </p:cxnSp>
      <p:cxnSp>
        <p:nvCxnSpPr>
          <p:cNvPr id="458" name="Google Shape;458;p36"/>
          <p:cNvCxnSpPr>
            <a:stCxn id="444" idx="3"/>
            <a:endCxn id="446" idx="1"/>
          </p:cNvCxnSpPr>
          <p:nvPr/>
        </p:nvCxnSpPr>
        <p:spPr>
          <a:xfrm>
            <a:off x="5424675" y="1926125"/>
            <a:ext cx="948000" cy="0"/>
          </a:xfrm>
          <a:prstGeom prst="straightConnector1">
            <a:avLst/>
          </a:prstGeom>
          <a:noFill/>
          <a:ln cap="flat" cmpd="sng" w="9525">
            <a:solidFill>
              <a:srgbClr val="B7B7B7"/>
            </a:solidFill>
            <a:prstDash val="solid"/>
            <a:round/>
            <a:headEnd len="med" w="med" type="none"/>
            <a:tailEnd len="med" w="med" type="none"/>
          </a:ln>
        </p:spPr>
      </p:cxnSp>
      <p:sp>
        <p:nvSpPr>
          <p:cNvPr id="459" name="Google Shape;459;p36"/>
          <p:cNvSpPr/>
          <p:nvPr/>
        </p:nvSpPr>
        <p:spPr>
          <a:xfrm>
            <a:off x="7550675" y="753975"/>
            <a:ext cx="558000" cy="1692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JP</a:t>
            </a:r>
            <a:endParaRPr b="1" sz="700">
              <a:solidFill>
                <a:srgbClr val="FFFFFF"/>
              </a:solidFill>
              <a:latin typeface="Zen Kaku Gothic New"/>
              <a:ea typeface="Zen Kaku Gothic New"/>
              <a:cs typeface="Zen Kaku Gothic New"/>
              <a:sym typeface="Zen Kaku Gothic New"/>
            </a:endParaRPr>
          </a:p>
        </p:txBody>
      </p:sp>
      <p:sp>
        <p:nvSpPr>
          <p:cNvPr id="460" name="Google Shape;460;p36"/>
          <p:cNvSpPr/>
          <p:nvPr/>
        </p:nvSpPr>
        <p:spPr>
          <a:xfrm>
            <a:off x="8154000" y="753975"/>
            <a:ext cx="558000" cy="1692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VN</a:t>
            </a:r>
            <a:endParaRPr b="1" sz="700">
              <a:solidFill>
                <a:srgbClr val="FFFFFF"/>
              </a:solidFill>
              <a:latin typeface="Zen Kaku Gothic New"/>
              <a:ea typeface="Zen Kaku Gothic New"/>
              <a:cs typeface="Zen Kaku Gothic New"/>
              <a:sym typeface="Zen Kaku Gothic New"/>
            </a:endParaRPr>
          </a:p>
        </p:txBody>
      </p:sp>
      <p:sp>
        <p:nvSpPr>
          <p:cNvPr id="461" name="Google Shape;461;p36"/>
          <p:cNvSpPr/>
          <p:nvPr/>
        </p:nvSpPr>
        <p:spPr>
          <a:xfrm>
            <a:off x="6985450" y="753975"/>
            <a:ext cx="519900" cy="1692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貴社</a:t>
            </a:r>
            <a:endParaRPr b="1" sz="700">
              <a:solidFill>
                <a:srgbClr val="FFFFFF"/>
              </a:solidFill>
              <a:latin typeface="Zen Kaku Gothic New"/>
              <a:ea typeface="Zen Kaku Gothic New"/>
              <a:cs typeface="Zen Kaku Gothic New"/>
              <a:sym typeface="Zen Kaku Gothic New"/>
            </a:endParaRPr>
          </a:p>
        </p:txBody>
      </p:sp>
      <p:cxnSp>
        <p:nvCxnSpPr>
          <p:cNvPr id="462" name="Google Shape;462;p36"/>
          <p:cNvCxnSpPr/>
          <p:nvPr/>
        </p:nvCxnSpPr>
        <p:spPr>
          <a:xfrm flipH="1" rot="10800000">
            <a:off x="5444675" y="3251051"/>
            <a:ext cx="907800" cy="396600"/>
          </a:xfrm>
          <a:prstGeom prst="bentConnector3">
            <a:avLst>
              <a:gd fmla="val 50000" name="adj1"/>
            </a:avLst>
          </a:prstGeom>
          <a:noFill/>
          <a:ln cap="flat" cmpd="sng" w="9525">
            <a:solidFill>
              <a:srgbClr val="B7B7B7"/>
            </a:solidFill>
            <a:prstDash val="solid"/>
            <a:round/>
            <a:headEnd len="med" w="med" type="none"/>
            <a:tailEnd len="med" w="med" type="none"/>
          </a:ln>
        </p:spPr>
      </p:cxnSp>
      <p:cxnSp>
        <p:nvCxnSpPr>
          <p:cNvPr id="463" name="Google Shape;463;p36"/>
          <p:cNvCxnSpPr>
            <a:stCxn id="449" idx="3"/>
            <a:endCxn id="453" idx="1"/>
          </p:cNvCxnSpPr>
          <p:nvPr/>
        </p:nvCxnSpPr>
        <p:spPr>
          <a:xfrm flipH="1" rot="10800000">
            <a:off x="5444775" y="3647850"/>
            <a:ext cx="907800" cy="2100"/>
          </a:xfrm>
          <a:prstGeom prst="bentConnector3">
            <a:avLst>
              <a:gd fmla="val 49994" name="adj1"/>
            </a:avLst>
          </a:prstGeom>
          <a:noFill/>
          <a:ln cap="flat" cmpd="sng" w="9525">
            <a:solidFill>
              <a:srgbClr val="B7B7B7"/>
            </a:solidFill>
            <a:prstDash val="solid"/>
            <a:round/>
            <a:headEnd len="med" w="med" type="none"/>
            <a:tailEnd len="med" w="med" type="none"/>
          </a:ln>
        </p:spPr>
      </p:cxnSp>
      <p:cxnSp>
        <p:nvCxnSpPr>
          <p:cNvPr id="464" name="Google Shape;464;p36"/>
          <p:cNvCxnSpPr>
            <a:stCxn id="449" idx="3"/>
            <a:endCxn id="450" idx="1"/>
          </p:cNvCxnSpPr>
          <p:nvPr/>
        </p:nvCxnSpPr>
        <p:spPr>
          <a:xfrm>
            <a:off x="5444775" y="3649950"/>
            <a:ext cx="907800" cy="363600"/>
          </a:xfrm>
          <a:prstGeom prst="bentConnector3">
            <a:avLst>
              <a:gd fmla="val 49994" name="adj1"/>
            </a:avLst>
          </a:prstGeom>
          <a:noFill/>
          <a:ln cap="flat" cmpd="sng" w="9525">
            <a:solidFill>
              <a:srgbClr val="B7B7B7"/>
            </a:solidFill>
            <a:prstDash val="solid"/>
            <a:round/>
            <a:headEnd len="med" w="med" type="none"/>
            <a:tailEnd len="med" w="med" type="none"/>
          </a:ln>
        </p:spPr>
      </p:cxnSp>
      <p:cxnSp>
        <p:nvCxnSpPr>
          <p:cNvPr id="465" name="Google Shape;465;p36"/>
          <p:cNvCxnSpPr>
            <a:stCxn id="449" idx="3"/>
            <a:endCxn id="454" idx="1"/>
          </p:cNvCxnSpPr>
          <p:nvPr/>
        </p:nvCxnSpPr>
        <p:spPr>
          <a:xfrm>
            <a:off x="5444775" y="3649950"/>
            <a:ext cx="907800" cy="745200"/>
          </a:xfrm>
          <a:prstGeom prst="bentConnector3">
            <a:avLst>
              <a:gd fmla="val 49994" name="adj1"/>
            </a:avLst>
          </a:prstGeom>
          <a:noFill/>
          <a:ln cap="flat" cmpd="sng" w="9525">
            <a:solidFill>
              <a:srgbClr val="B7B7B7"/>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7"/>
          <p:cNvSpPr/>
          <p:nvPr/>
        </p:nvSpPr>
        <p:spPr>
          <a:xfrm>
            <a:off x="2395800" y="923175"/>
            <a:ext cx="6334200" cy="3840900"/>
          </a:xfrm>
          <a:prstGeom prst="roundRect">
            <a:avLst>
              <a:gd fmla="val 1506" name="adj"/>
            </a:avLst>
          </a:prstGeom>
          <a:solidFill>
            <a:srgbClr val="FF2200">
              <a:alpha val="5000"/>
            </a:srgbClr>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1" name="Google Shape;471;p37"/>
          <p:cNvSpPr/>
          <p:nvPr/>
        </p:nvSpPr>
        <p:spPr>
          <a:xfrm>
            <a:off x="454375" y="923175"/>
            <a:ext cx="1706400" cy="3840900"/>
          </a:xfrm>
          <a:prstGeom prst="roundRect">
            <a:avLst>
              <a:gd fmla="val 2285" name="adj"/>
            </a:avLst>
          </a:prstGeom>
          <a:solidFill>
            <a:srgbClr val="B69256">
              <a:alpha val="20000"/>
            </a:srgbClr>
          </a:solidFill>
          <a:ln cap="flat" cmpd="sng" w="9525">
            <a:solidFill>
              <a:srgbClr val="D5CCB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37"/>
          <p:cNvSpPr txBox="1"/>
          <p:nvPr>
            <p:ph type="title"/>
          </p:nvPr>
        </p:nvSpPr>
        <p:spPr>
          <a:xfrm>
            <a:off x="431997"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Development Team</a:t>
            </a:r>
            <a:endParaRPr/>
          </a:p>
        </p:txBody>
      </p:sp>
      <p:sp>
        <p:nvSpPr>
          <p:cNvPr id="473" name="Google Shape;473;p37"/>
          <p:cNvSpPr/>
          <p:nvPr/>
        </p:nvSpPr>
        <p:spPr>
          <a:xfrm>
            <a:off x="617425" y="1468938"/>
            <a:ext cx="13803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Product Owner</a:t>
            </a:r>
            <a:endParaRPr b="1" sz="900">
              <a:solidFill>
                <a:srgbClr val="FFFFFF"/>
              </a:solidFill>
              <a:latin typeface="Zen Kaku Gothic New"/>
              <a:ea typeface="Zen Kaku Gothic New"/>
              <a:cs typeface="Zen Kaku Gothic New"/>
              <a:sym typeface="Zen Kaku Gothic New"/>
            </a:endParaRPr>
          </a:p>
        </p:txBody>
      </p:sp>
      <p:sp>
        <p:nvSpPr>
          <p:cNvPr id="474" name="Google Shape;474;p37"/>
          <p:cNvSpPr/>
          <p:nvPr/>
        </p:nvSpPr>
        <p:spPr>
          <a:xfrm>
            <a:off x="2555627" y="19618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t>
            </a:r>
            <a:r>
              <a:rPr b="1" lang="ja" sz="900">
                <a:solidFill>
                  <a:srgbClr val="FFFFFF"/>
                </a:solidFill>
                <a:latin typeface="Zen Kaku Gothic New"/>
                <a:ea typeface="Zen Kaku Gothic New"/>
                <a:cs typeface="Zen Kaku Gothic New"/>
                <a:sym typeface="Zen Kaku Gothic New"/>
              </a:rPr>
              <a:t>PM (JP)</a:t>
            </a:r>
            <a:endParaRPr b="1" sz="900">
              <a:solidFill>
                <a:srgbClr val="FFFFFF"/>
              </a:solidFill>
              <a:latin typeface="Zen Kaku Gothic New"/>
              <a:ea typeface="Zen Kaku Gothic New"/>
              <a:cs typeface="Zen Kaku Gothic New"/>
              <a:sym typeface="Zen Kaku Gothic New"/>
            </a:endParaRPr>
          </a:p>
        </p:txBody>
      </p:sp>
      <p:sp>
        <p:nvSpPr>
          <p:cNvPr id="475" name="Google Shape;475;p37"/>
          <p:cNvSpPr/>
          <p:nvPr/>
        </p:nvSpPr>
        <p:spPr>
          <a:xfrm>
            <a:off x="3510589" y="38653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t>
            </a:r>
            <a:r>
              <a:rPr b="1" lang="ja" sz="900">
                <a:solidFill>
                  <a:srgbClr val="FFFFFF"/>
                </a:solidFill>
                <a:latin typeface="Zen Kaku Gothic New"/>
                <a:ea typeface="Zen Kaku Gothic New"/>
                <a:cs typeface="Zen Kaku Gothic New"/>
                <a:sym typeface="Zen Kaku Gothic New"/>
              </a:rPr>
              <a:t>Designer</a:t>
            </a:r>
            <a:r>
              <a:rPr b="1" lang="ja" sz="900">
                <a:solidFill>
                  <a:srgbClr val="FFFFFF"/>
                </a:solidFill>
                <a:latin typeface="Zen Kaku Gothic New"/>
                <a:ea typeface="Zen Kaku Gothic New"/>
                <a:cs typeface="Zen Kaku Gothic New"/>
                <a:sym typeface="Zen Kaku Gothic New"/>
              </a:rPr>
              <a:t> (JP)</a:t>
            </a:r>
            <a:endParaRPr b="1" sz="900">
              <a:solidFill>
                <a:srgbClr val="FFFFFF"/>
              </a:solidFill>
              <a:latin typeface="Zen Kaku Gothic New"/>
              <a:ea typeface="Zen Kaku Gothic New"/>
              <a:cs typeface="Zen Kaku Gothic New"/>
              <a:sym typeface="Zen Kaku Gothic New"/>
            </a:endParaRPr>
          </a:p>
        </p:txBody>
      </p:sp>
      <p:sp>
        <p:nvSpPr>
          <p:cNvPr id="476" name="Google Shape;476;p37"/>
          <p:cNvSpPr/>
          <p:nvPr/>
        </p:nvSpPr>
        <p:spPr>
          <a:xfrm>
            <a:off x="7033700" y="1961850"/>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BrSE</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77" name="Google Shape;477;p37"/>
          <p:cNvSpPr/>
          <p:nvPr/>
        </p:nvSpPr>
        <p:spPr>
          <a:xfrm>
            <a:off x="7033704" y="4341225"/>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Infra </a:t>
            </a:r>
            <a:r>
              <a:rPr b="1" lang="ja" sz="900">
                <a:solidFill>
                  <a:srgbClr val="FFFFFF"/>
                </a:solidFill>
                <a:latin typeface="Zen Kaku Gothic New"/>
                <a:ea typeface="Zen Kaku Gothic New"/>
                <a:cs typeface="Zen Kaku Gothic New"/>
                <a:sym typeface="Zen Kaku Gothic New"/>
              </a:rPr>
              <a:t>Engineer (VN)</a:t>
            </a:r>
            <a:r>
              <a:rPr b="1" lang="ja" sz="900">
                <a:solidFill>
                  <a:srgbClr val="FFFFFF"/>
                </a:solidFill>
                <a:latin typeface="Zen Kaku Gothic New"/>
                <a:ea typeface="Zen Kaku Gothic New"/>
                <a:cs typeface="Zen Kaku Gothic New"/>
                <a:sym typeface="Zen Kaku Gothic New"/>
              </a:rPr>
              <a:t> </a:t>
            </a:r>
            <a:endParaRPr b="1" sz="900">
              <a:solidFill>
                <a:srgbClr val="FFFFFF"/>
              </a:solidFill>
              <a:latin typeface="Zen Kaku Gothic New"/>
              <a:ea typeface="Zen Kaku Gothic New"/>
              <a:cs typeface="Zen Kaku Gothic New"/>
              <a:sym typeface="Zen Kaku Gothic New"/>
            </a:endParaRPr>
          </a:p>
        </p:txBody>
      </p:sp>
      <p:sp>
        <p:nvSpPr>
          <p:cNvPr id="478" name="Google Shape;478;p37"/>
          <p:cNvSpPr/>
          <p:nvPr/>
        </p:nvSpPr>
        <p:spPr>
          <a:xfrm>
            <a:off x="5133564" y="2437713"/>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PSM</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79" name="Google Shape;479;p37"/>
          <p:cNvSpPr/>
          <p:nvPr/>
        </p:nvSpPr>
        <p:spPr>
          <a:xfrm>
            <a:off x="7033704" y="2437725"/>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Backend Engineers</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80" name="Google Shape;480;p37"/>
          <p:cNvSpPr/>
          <p:nvPr/>
        </p:nvSpPr>
        <p:spPr>
          <a:xfrm>
            <a:off x="7033704" y="2913600"/>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Frontend Engineers</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81" name="Google Shape;481;p37"/>
          <p:cNvSpPr/>
          <p:nvPr/>
        </p:nvSpPr>
        <p:spPr>
          <a:xfrm>
            <a:off x="7033704" y="3389475"/>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QAs</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cxnSp>
        <p:nvCxnSpPr>
          <p:cNvPr id="482" name="Google Shape;482;p37"/>
          <p:cNvCxnSpPr>
            <a:stCxn id="474" idx="2"/>
            <a:endCxn id="483" idx="0"/>
          </p:cNvCxnSpPr>
          <p:nvPr/>
        </p:nvCxnSpPr>
        <p:spPr>
          <a:xfrm flipH="1" rot="-5400000">
            <a:off x="2182877" y="3277638"/>
            <a:ext cx="2126400" cy="600"/>
          </a:xfrm>
          <a:prstGeom prst="bentConnector3">
            <a:avLst>
              <a:gd fmla="val 50001" name="adj1"/>
            </a:avLst>
          </a:prstGeom>
          <a:noFill/>
          <a:ln cap="flat" cmpd="sng" w="9525">
            <a:solidFill>
              <a:srgbClr val="666666"/>
            </a:solidFill>
            <a:prstDash val="solid"/>
            <a:round/>
            <a:headEnd len="med" w="med" type="none"/>
            <a:tailEnd len="med" w="med" type="none"/>
          </a:ln>
        </p:spPr>
      </p:cxnSp>
      <p:sp>
        <p:nvSpPr>
          <p:cNvPr id="484" name="Google Shape;484;p37"/>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solidFill>
                  <a:srgbClr val="999999"/>
                </a:solidFill>
              </a:rPr>
              <a:t>Team Structure</a:t>
            </a:r>
            <a:r>
              <a:rPr lang="ja">
                <a:solidFill>
                  <a:srgbClr val="999999"/>
                </a:solidFill>
              </a:rPr>
              <a:t>  ｜ </a:t>
            </a:r>
            <a:r>
              <a:rPr lang="ja">
                <a:solidFill>
                  <a:schemeClr val="accent1"/>
                </a:solidFill>
                <a:latin typeface="Arial"/>
                <a:ea typeface="Arial"/>
                <a:cs typeface="Arial"/>
                <a:sym typeface="Arial"/>
              </a:rPr>
              <a:t>開発体制</a:t>
            </a:r>
            <a:endParaRPr>
              <a:solidFill>
                <a:schemeClr val="accent1"/>
              </a:solidFill>
            </a:endParaRPr>
          </a:p>
        </p:txBody>
      </p:sp>
      <p:sp>
        <p:nvSpPr>
          <p:cNvPr id="485" name="Google Shape;485;p37"/>
          <p:cNvSpPr/>
          <p:nvPr/>
        </p:nvSpPr>
        <p:spPr>
          <a:xfrm>
            <a:off x="617425" y="1962138"/>
            <a:ext cx="13803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Product </a:t>
            </a:r>
            <a:r>
              <a:rPr b="1" lang="ja" sz="900">
                <a:solidFill>
                  <a:srgbClr val="FFFFFF"/>
                </a:solidFill>
                <a:latin typeface="Zen Kaku Gothic New"/>
                <a:ea typeface="Zen Kaku Gothic New"/>
                <a:cs typeface="Zen Kaku Gothic New"/>
                <a:sym typeface="Zen Kaku Gothic New"/>
              </a:rPr>
              <a:t>Manager</a:t>
            </a:r>
            <a:endParaRPr b="1" sz="900">
              <a:solidFill>
                <a:srgbClr val="FFFFFF"/>
              </a:solidFill>
              <a:latin typeface="Zen Kaku Gothic New"/>
              <a:ea typeface="Zen Kaku Gothic New"/>
              <a:cs typeface="Zen Kaku Gothic New"/>
              <a:sym typeface="Zen Kaku Gothic New"/>
            </a:endParaRPr>
          </a:p>
        </p:txBody>
      </p:sp>
      <p:sp>
        <p:nvSpPr>
          <p:cNvPr id="486" name="Google Shape;486;p37"/>
          <p:cNvSpPr/>
          <p:nvPr/>
        </p:nvSpPr>
        <p:spPr>
          <a:xfrm>
            <a:off x="617425" y="2455338"/>
            <a:ext cx="1380300" cy="2529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Product </a:t>
            </a:r>
            <a:r>
              <a:rPr b="1" lang="ja" sz="900">
                <a:solidFill>
                  <a:srgbClr val="FFFFFF"/>
                </a:solidFill>
                <a:latin typeface="Zen Kaku Gothic New"/>
                <a:ea typeface="Zen Kaku Gothic New"/>
                <a:cs typeface="Zen Kaku Gothic New"/>
                <a:sym typeface="Zen Kaku Gothic New"/>
              </a:rPr>
              <a:t>Member</a:t>
            </a:r>
            <a:endParaRPr b="1" sz="900">
              <a:solidFill>
                <a:srgbClr val="FFFFFF"/>
              </a:solidFill>
              <a:latin typeface="Zen Kaku Gothic New"/>
              <a:ea typeface="Zen Kaku Gothic New"/>
              <a:cs typeface="Zen Kaku Gothic New"/>
              <a:sym typeface="Zen Kaku Gothic New"/>
            </a:endParaRPr>
          </a:p>
        </p:txBody>
      </p:sp>
      <p:sp>
        <p:nvSpPr>
          <p:cNvPr id="487" name="Google Shape;487;p37"/>
          <p:cNvSpPr txBox="1"/>
          <p:nvPr/>
        </p:nvSpPr>
        <p:spPr>
          <a:xfrm>
            <a:off x="583225" y="1090125"/>
            <a:ext cx="1449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accent3"/>
                </a:solidFill>
                <a:latin typeface="Epilogue"/>
                <a:ea typeface="Epilogue"/>
                <a:cs typeface="Epilogue"/>
                <a:sym typeface="Epilogue"/>
              </a:rPr>
              <a:t>[---]</a:t>
            </a:r>
            <a:endParaRPr b="1" sz="1100">
              <a:solidFill>
                <a:schemeClr val="accent3"/>
              </a:solidFill>
              <a:latin typeface="Epilogue"/>
              <a:ea typeface="Epilogue"/>
              <a:cs typeface="Epilogue"/>
              <a:sym typeface="Epilogue"/>
            </a:endParaRPr>
          </a:p>
        </p:txBody>
      </p:sp>
      <p:pic>
        <p:nvPicPr>
          <p:cNvPr id="488" name="Google Shape;488;p37"/>
          <p:cNvPicPr preferRelativeResize="0"/>
          <p:nvPr/>
        </p:nvPicPr>
        <p:blipFill rotWithShape="1">
          <a:blip r:embed="rId3">
            <a:alphaModFix/>
          </a:blip>
          <a:srcRect b="0" l="0" r="0" t="0"/>
          <a:stretch/>
        </p:blipFill>
        <p:spPr>
          <a:xfrm>
            <a:off x="5364913" y="1096518"/>
            <a:ext cx="395975" cy="131211"/>
          </a:xfrm>
          <a:prstGeom prst="rect">
            <a:avLst/>
          </a:prstGeom>
          <a:noFill/>
          <a:ln>
            <a:noFill/>
          </a:ln>
        </p:spPr>
      </p:pic>
      <p:cxnSp>
        <p:nvCxnSpPr>
          <p:cNvPr id="489" name="Google Shape;489;p37"/>
          <p:cNvCxnSpPr>
            <a:stCxn id="473" idx="2"/>
            <a:endCxn id="485" idx="0"/>
          </p:cNvCxnSpPr>
          <p:nvPr/>
        </p:nvCxnSpPr>
        <p:spPr>
          <a:xfrm>
            <a:off x="1307575" y="1721838"/>
            <a:ext cx="0" cy="240300"/>
          </a:xfrm>
          <a:prstGeom prst="straightConnector1">
            <a:avLst/>
          </a:prstGeom>
          <a:noFill/>
          <a:ln cap="flat" cmpd="sng" w="9525">
            <a:solidFill>
              <a:srgbClr val="666666"/>
            </a:solidFill>
            <a:prstDash val="solid"/>
            <a:round/>
            <a:headEnd len="med" w="med" type="none"/>
            <a:tailEnd len="med" w="med" type="none"/>
          </a:ln>
        </p:spPr>
      </p:cxnSp>
      <p:cxnSp>
        <p:nvCxnSpPr>
          <p:cNvPr id="490" name="Google Shape;490;p37"/>
          <p:cNvCxnSpPr>
            <a:stCxn id="485" idx="2"/>
            <a:endCxn id="486" idx="0"/>
          </p:cNvCxnSpPr>
          <p:nvPr/>
        </p:nvCxnSpPr>
        <p:spPr>
          <a:xfrm>
            <a:off x="1307575" y="2215038"/>
            <a:ext cx="0" cy="240300"/>
          </a:xfrm>
          <a:prstGeom prst="straightConnector1">
            <a:avLst/>
          </a:prstGeom>
          <a:noFill/>
          <a:ln cap="flat" cmpd="sng" w="9525">
            <a:solidFill>
              <a:srgbClr val="666666"/>
            </a:solidFill>
            <a:prstDash val="solid"/>
            <a:round/>
            <a:headEnd len="med" w="med" type="none"/>
            <a:tailEnd len="med" w="med" type="none"/>
          </a:ln>
        </p:spPr>
      </p:cxnSp>
      <p:cxnSp>
        <p:nvCxnSpPr>
          <p:cNvPr id="491" name="Google Shape;491;p37"/>
          <p:cNvCxnSpPr>
            <a:stCxn id="485" idx="3"/>
            <a:endCxn id="474" idx="1"/>
          </p:cNvCxnSpPr>
          <p:nvPr/>
        </p:nvCxnSpPr>
        <p:spPr>
          <a:xfrm flipH="1" rot="10800000">
            <a:off x="1997725" y="2088288"/>
            <a:ext cx="558000" cy="300"/>
          </a:xfrm>
          <a:prstGeom prst="straightConnector1">
            <a:avLst/>
          </a:prstGeom>
          <a:noFill/>
          <a:ln cap="flat" cmpd="sng" w="9525">
            <a:solidFill>
              <a:srgbClr val="666666"/>
            </a:solidFill>
            <a:prstDash val="solid"/>
            <a:round/>
            <a:headEnd len="med" w="med" type="none"/>
            <a:tailEnd len="med" w="med" type="none"/>
          </a:ln>
        </p:spPr>
      </p:cxnSp>
      <p:cxnSp>
        <p:nvCxnSpPr>
          <p:cNvPr id="492" name="Google Shape;492;p37"/>
          <p:cNvCxnSpPr>
            <a:stCxn id="474" idx="2"/>
            <a:endCxn id="475" idx="1"/>
          </p:cNvCxnSpPr>
          <p:nvPr/>
        </p:nvCxnSpPr>
        <p:spPr>
          <a:xfrm flipH="1" rot="-5400000">
            <a:off x="2489627" y="2970888"/>
            <a:ext cx="1777200" cy="264900"/>
          </a:xfrm>
          <a:prstGeom prst="bentConnector2">
            <a:avLst/>
          </a:prstGeom>
          <a:noFill/>
          <a:ln cap="flat" cmpd="sng" w="9525">
            <a:solidFill>
              <a:srgbClr val="666666"/>
            </a:solidFill>
            <a:prstDash val="solid"/>
            <a:round/>
            <a:headEnd len="med" w="med" type="none"/>
            <a:tailEnd len="med" w="med" type="none"/>
          </a:ln>
        </p:spPr>
      </p:cxnSp>
      <p:cxnSp>
        <p:nvCxnSpPr>
          <p:cNvPr id="493" name="Google Shape;493;p37"/>
          <p:cNvCxnSpPr>
            <a:stCxn id="474" idx="2"/>
            <a:endCxn id="494" idx="1"/>
          </p:cNvCxnSpPr>
          <p:nvPr/>
        </p:nvCxnSpPr>
        <p:spPr>
          <a:xfrm flipH="1" rot="-5400000">
            <a:off x="2727677" y="2732838"/>
            <a:ext cx="1301100" cy="264900"/>
          </a:xfrm>
          <a:prstGeom prst="bentConnector2">
            <a:avLst/>
          </a:prstGeom>
          <a:noFill/>
          <a:ln cap="flat" cmpd="sng" w="9525">
            <a:solidFill>
              <a:srgbClr val="666666"/>
            </a:solidFill>
            <a:prstDash val="solid"/>
            <a:round/>
            <a:headEnd len="med" w="med" type="none"/>
            <a:tailEnd len="med" w="med" type="none"/>
          </a:ln>
        </p:spPr>
      </p:cxnSp>
      <p:sp>
        <p:nvSpPr>
          <p:cNvPr id="495" name="Google Shape;495;p37"/>
          <p:cNvSpPr/>
          <p:nvPr/>
        </p:nvSpPr>
        <p:spPr>
          <a:xfrm>
            <a:off x="5133564" y="1961838"/>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BrSE</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96" name="Google Shape;496;p37"/>
          <p:cNvSpPr/>
          <p:nvPr/>
        </p:nvSpPr>
        <p:spPr>
          <a:xfrm>
            <a:off x="5155113" y="38653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Designers</a:t>
            </a:r>
            <a:r>
              <a:rPr b="1" lang="ja" sz="900">
                <a:solidFill>
                  <a:srgbClr val="FFFFFF"/>
                </a:solidFill>
                <a:latin typeface="Zen Kaku Gothic New"/>
                <a:ea typeface="Zen Kaku Gothic New"/>
                <a:cs typeface="Zen Kaku Gothic New"/>
                <a:sym typeface="Zen Kaku Gothic New"/>
              </a:rPr>
              <a:t> (JP)</a:t>
            </a:r>
            <a:endParaRPr b="1" sz="900">
              <a:solidFill>
                <a:srgbClr val="FFFFFF"/>
              </a:solidFill>
              <a:latin typeface="Zen Kaku Gothic New"/>
              <a:ea typeface="Zen Kaku Gothic New"/>
              <a:cs typeface="Zen Kaku Gothic New"/>
              <a:sym typeface="Zen Kaku Gothic New"/>
            </a:endParaRPr>
          </a:p>
        </p:txBody>
      </p:sp>
      <p:sp>
        <p:nvSpPr>
          <p:cNvPr id="497" name="Google Shape;497;p37"/>
          <p:cNvSpPr/>
          <p:nvPr/>
        </p:nvSpPr>
        <p:spPr>
          <a:xfrm>
            <a:off x="2555802" y="1468638"/>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Account Support</a:t>
            </a:r>
            <a:endParaRPr b="1" sz="900">
              <a:solidFill>
                <a:srgbClr val="FFFFFF"/>
              </a:solidFill>
              <a:latin typeface="Zen Kaku Gothic New"/>
              <a:ea typeface="Zen Kaku Gothic New"/>
              <a:cs typeface="Zen Kaku Gothic New"/>
              <a:sym typeface="Zen Kaku Gothic New"/>
            </a:endParaRPr>
          </a:p>
        </p:txBody>
      </p:sp>
      <p:cxnSp>
        <p:nvCxnSpPr>
          <p:cNvPr id="498" name="Google Shape;498;p37"/>
          <p:cNvCxnSpPr>
            <a:stCxn id="473" idx="3"/>
            <a:endCxn id="497" idx="1"/>
          </p:cNvCxnSpPr>
          <p:nvPr/>
        </p:nvCxnSpPr>
        <p:spPr>
          <a:xfrm flipH="1" rot="10800000">
            <a:off x="1997725" y="1595088"/>
            <a:ext cx="558000" cy="300"/>
          </a:xfrm>
          <a:prstGeom prst="straightConnector1">
            <a:avLst/>
          </a:prstGeom>
          <a:noFill/>
          <a:ln cap="flat" cmpd="sng" w="9525">
            <a:solidFill>
              <a:srgbClr val="666666"/>
            </a:solidFill>
            <a:prstDash val="solid"/>
            <a:round/>
            <a:headEnd len="med" w="med" type="none"/>
            <a:tailEnd len="med" w="med" type="none"/>
          </a:ln>
        </p:spPr>
      </p:cxnSp>
      <p:cxnSp>
        <p:nvCxnSpPr>
          <p:cNvPr id="499" name="Google Shape;499;p37"/>
          <p:cNvCxnSpPr>
            <a:stCxn id="475" idx="3"/>
            <a:endCxn id="496" idx="1"/>
          </p:cNvCxnSpPr>
          <p:nvPr/>
        </p:nvCxnSpPr>
        <p:spPr>
          <a:xfrm>
            <a:off x="4890889" y="3991788"/>
            <a:ext cx="264300" cy="0"/>
          </a:xfrm>
          <a:prstGeom prst="straightConnector1">
            <a:avLst/>
          </a:prstGeom>
          <a:noFill/>
          <a:ln cap="flat" cmpd="sng" w="9525">
            <a:solidFill>
              <a:srgbClr val="666666"/>
            </a:solidFill>
            <a:prstDash val="solid"/>
            <a:round/>
            <a:headEnd len="med" w="med" type="none"/>
            <a:tailEnd len="med" w="med" type="none"/>
          </a:ln>
        </p:spPr>
      </p:cxnSp>
      <p:sp>
        <p:nvSpPr>
          <p:cNvPr id="500" name="Google Shape;500;p37"/>
          <p:cNvSpPr/>
          <p:nvPr/>
        </p:nvSpPr>
        <p:spPr>
          <a:xfrm>
            <a:off x="7033702" y="3865338"/>
            <a:ext cx="15288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Designer</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501" name="Google Shape;501;p37"/>
          <p:cNvSpPr/>
          <p:nvPr/>
        </p:nvSpPr>
        <p:spPr>
          <a:xfrm>
            <a:off x="5133564" y="2913588"/>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Communicator</a:t>
            </a:r>
            <a:r>
              <a:rPr b="1" lang="ja" sz="900">
                <a:solidFill>
                  <a:srgbClr val="FFFFFF"/>
                </a:solidFill>
                <a:latin typeface="Zen Kaku Gothic New"/>
                <a:ea typeface="Zen Kaku Gothic New"/>
                <a:cs typeface="Zen Kaku Gothic New"/>
                <a:sym typeface="Zen Kaku Gothic New"/>
              </a:rPr>
              <a:t> (VN)</a:t>
            </a:r>
            <a:endParaRPr b="1" sz="900">
              <a:solidFill>
                <a:srgbClr val="FFFFFF"/>
              </a:solidFill>
              <a:latin typeface="Zen Kaku Gothic New"/>
              <a:ea typeface="Zen Kaku Gothic New"/>
              <a:cs typeface="Zen Kaku Gothic New"/>
              <a:sym typeface="Zen Kaku Gothic New"/>
            </a:endParaRPr>
          </a:p>
        </p:txBody>
      </p:sp>
      <p:sp>
        <p:nvSpPr>
          <p:cNvPr id="483" name="Google Shape;483;p37"/>
          <p:cNvSpPr/>
          <p:nvPr/>
        </p:nvSpPr>
        <p:spPr>
          <a:xfrm>
            <a:off x="2555614" y="4341200"/>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Senior </a:t>
            </a:r>
            <a:r>
              <a:rPr b="1" lang="ja" sz="900">
                <a:solidFill>
                  <a:srgbClr val="FFFFFF"/>
                </a:solidFill>
                <a:latin typeface="Zen Kaku Gothic New"/>
                <a:ea typeface="Zen Kaku Gothic New"/>
                <a:cs typeface="Zen Kaku Gothic New"/>
                <a:sym typeface="Zen Kaku Gothic New"/>
              </a:rPr>
              <a:t>PM</a:t>
            </a:r>
            <a:r>
              <a:rPr b="1" lang="ja" sz="900">
                <a:solidFill>
                  <a:srgbClr val="FFFFFF"/>
                </a:solidFill>
                <a:latin typeface="Zen Kaku Gothic New"/>
                <a:ea typeface="Zen Kaku Gothic New"/>
                <a:cs typeface="Zen Kaku Gothic New"/>
                <a:sym typeface="Zen Kaku Gothic New"/>
              </a:rPr>
              <a:t> (JP)</a:t>
            </a:r>
            <a:endParaRPr b="1" sz="900">
              <a:solidFill>
                <a:srgbClr val="FFFFFF"/>
              </a:solidFill>
              <a:latin typeface="Zen Kaku Gothic New"/>
              <a:ea typeface="Zen Kaku Gothic New"/>
              <a:cs typeface="Zen Kaku Gothic New"/>
              <a:sym typeface="Zen Kaku Gothic New"/>
            </a:endParaRPr>
          </a:p>
        </p:txBody>
      </p:sp>
      <p:sp>
        <p:nvSpPr>
          <p:cNvPr id="494" name="Google Shape;494;p37"/>
          <p:cNvSpPr/>
          <p:nvPr/>
        </p:nvSpPr>
        <p:spPr>
          <a:xfrm>
            <a:off x="3510589" y="3389463"/>
            <a:ext cx="1380300" cy="2529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t>
            </a:r>
            <a:r>
              <a:rPr b="1" lang="ja" sz="900">
                <a:solidFill>
                  <a:srgbClr val="FFFFFF"/>
                </a:solidFill>
                <a:latin typeface="Zen Kaku Gothic New"/>
                <a:ea typeface="Zen Kaku Gothic New"/>
                <a:cs typeface="Zen Kaku Gothic New"/>
                <a:sym typeface="Zen Kaku Gothic New"/>
              </a:rPr>
              <a:t>Engineer (JP)</a:t>
            </a:r>
            <a:endParaRPr b="1" sz="900">
              <a:solidFill>
                <a:srgbClr val="FFFFFF"/>
              </a:solidFill>
              <a:latin typeface="Zen Kaku Gothic New"/>
              <a:ea typeface="Zen Kaku Gothic New"/>
              <a:cs typeface="Zen Kaku Gothic New"/>
              <a:sym typeface="Zen Kaku Gothic New"/>
            </a:endParaRPr>
          </a:p>
        </p:txBody>
      </p:sp>
      <p:cxnSp>
        <p:nvCxnSpPr>
          <p:cNvPr id="502" name="Google Shape;502;p37"/>
          <p:cNvCxnSpPr>
            <a:stCxn id="474" idx="3"/>
            <a:endCxn id="495" idx="1"/>
          </p:cNvCxnSpPr>
          <p:nvPr/>
        </p:nvCxnSpPr>
        <p:spPr>
          <a:xfrm>
            <a:off x="3935927" y="2088288"/>
            <a:ext cx="1197600" cy="0"/>
          </a:xfrm>
          <a:prstGeom prst="straightConnector1">
            <a:avLst/>
          </a:prstGeom>
          <a:noFill/>
          <a:ln cap="flat" cmpd="sng" w="9525">
            <a:solidFill>
              <a:srgbClr val="666666"/>
            </a:solidFill>
            <a:prstDash val="solid"/>
            <a:round/>
            <a:headEnd len="med" w="med" type="none"/>
            <a:tailEnd len="med" w="med" type="none"/>
          </a:ln>
        </p:spPr>
      </p:cxnSp>
      <p:cxnSp>
        <p:nvCxnSpPr>
          <p:cNvPr id="503" name="Google Shape;503;p37"/>
          <p:cNvCxnSpPr>
            <a:stCxn id="474" idx="3"/>
            <a:endCxn id="501" idx="1"/>
          </p:cNvCxnSpPr>
          <p:nvPr/>
        </p:nvCxnSpPr>
        <p:spPr>
          <a:xfrm>
            <a:off x="3935927" y="2088288"/>
            <a:ext cx="1197600" cy="951900"/>
          </a:xfrm>
          <a:prstGeom prst="bentConnector3">
            <a:avLst>
              <a:gd fmla="val 50002" name="adj1"/>
            </a:avLst>
          </a:prstGeom>
          <a:noFill/>
          <a:ln cap="flat" cmpd="sng" w="9525">
            <a:solidFill>
              <a:srgbClr val="666666"/>
            </a:solidFill>
            <a:prstDash val="solid"/>
            <a:round/>
            <a:headEnd len="med" w="med" type="none"/>
            <a:tailEnd len="med" w="med" type="none"/>
          </a:ln>
        </p:spPr>
      </p:cxnSp>
      <p:cxnSp>
        <p:nvCxnSpPr>
          <p:cNvPr id="504" name="Google Shape;504;p37"/>
          <p:cNvCxnSpPr>
            <a:stCxn id="474" idx="3"/>
            <a:endCxn id="478" idx="1"/>
          </p:cNvCxnSpPr>
          <p:nvPr/>
        </p:nvCxnSpPr>
        <p:spPr>
          <a:xfrm>
            <a:off x="3935927" y="2088288"/>
            <a:ext cx="1197600" cy="475800"/>
          </a:xfrm>
          <a:prstGeom prst="bentConnector3">
            <a:avLst>
              <a:gd fmla="val 50002" name="adj1"/>
            </a:avLst>
          </a:prstGeom>
          <a:noFill/>
          <a:ln cap="flat" cmpd="sng" w="9525">
            <a:solidFill>
              <a:srgbClr val="666666"/>
            </a:solidFill>
            <a:prstDash val="solid"/>
            <a:round/>
            <a:headEnd len="med" w="med" type="none"/>
            <a:tailEnd len="med" w="med" type="none"/>
          </a:ln>
        </p:spPr>
      </p:cxnSp>
      <p:sp>
        <p:nvSpPr>
          <p:cNvPr id="505" name="Google Shape;505;p37"/>
          <p:cNvSpPr/>
          <p:nvPr/>
        </p:nvSpPr>
        <p:spPr>
          <a:xfrm>
            <a:off x="5155125" y="4341213"/>
            <a:ext cx="1380300" cy="2529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900">
                <a:solidFill>
                  <a:srgbClr val="FFFFFF"/>
                </a:solidFill>
                <a:latin typeface="Zen Kaku Gothic New"/>
                <a:ea typeface="Zen Kaku Gothic New"/>
                <a:cs typeface="Zen Kaku Gothic New"/>
                <a:sym typeface="Zen Kaku Gothic New"/>
              </a:rPr>
              <a:t>Lead AI</a:t>
            </a:r>
            <a:r>
              <a:rPr b="1" lang="ja" sz="900">
                <a:solidFill>
                  <a:srgbClr val="FFFFFF"/>
                </a:solidFill>
                <a:latin typeface="Zen Kaku Gothic New"/>
                <a:ea typeface="Zen Kaku Gothic New"/>
                <a:cs typeface="Zen Kaku Gothic New"/>
                <a:sym typeface="Zen Kaku Gothic New"/>
              </a:rPr>
              <a:t> Engineer</a:t>
            </a:r>
            <a:r>
              <a:rPr b="1" lang="ja" sz="900">
                <a:solidFill>
                  <a:srgbClr val="FFFFFF"/>
                </a:solidFill>
                <a:latin typeface="Zen Kaku Gothic New"/>
                <a:ea typeface="Zen Kaku Gothic New"/>
                <a:cs typeface="Zen Kaku Gothic New"/>
                <a:sym typeface="Zen Kaku Gothic New"/>
              </a:rPr>
              <a:t> (VN)</a:t>
            </a:r>
            <a:r>
              <a:rPr b="1" lang="ja" sz="900">
                <a:solidFill>
                  <a:srgbClr val="FFFFFF"/>
                </a:solidFill>
                <a:latin typeface="Zen Kaku Gothic New"/>
                <a:ea typeface="Zen Kaku Gothic New"/>
                <a:cs typeface="Zen Kaku Gothic New"/>
                <a:sym typeface="Zen Kaku Gothic New"/>
              </a:rPr>
              <a:t> </a:t>
            </a:r>
            <a:endParaRPr b="1" sz="900">
              <a:solidFill>
                <a:srgbClr val="FFFFFF"/>
              </a:solidFill>
              <a:latin typeface="Zen Kaku Gothic New"/>
              <a:ea typeface="Zen Kaku Gothic New"/>
              <a:cs typeface="Zen Kaku Gothic New"/>
              <a:sym typeface="Zen Kaku Gothic New"/>
            </a:endParaRPr>
          </a:p>
        </p:txBody>
      </p:sp>
      <p:cxnSp>
        <p:nvCxnSpPr>
          <p:cNvPr id="506" name="Google Shape;506;p37"/>
          <p:cNvCxnSpPr>
            <a:stCxn id="495" idx="3"/>
            <a:endCxn id="479" idx="1"/>
          </p:cNvCxnSpPr>
          <p:nvPr/>
        </p:nvCxnSpPr>
        <p:spPr>
          <a:xfrm>
            <a:off x="6513864" y="2088288"/>
            <a:ext cx="519900" cy="475800"/>
          </a:xfrm>
          <a:prstGeom prst="bentConnector3">
            <a:avLst>
              <a:gd fmla="val 49994" name="adj1"/>
            </a:avLst>
          </a:prstGeom>
          <a:noFill/>
          <a:ln cap="flat" cmpd="sng" w="9525">
            <a:solidFill>
              <a:schemeClr val="lt1"/>
            </a:solidFill>
            <a:prstDash val="solid"/>
            <a:round/>
            <a:headEnd len="med" w="med" type="none"/>
            <a:tailEnd len="med" w="med" type="none"/>
          </a:ln>
        </p:spPr>
      </p:cxnSp>
      <p:cxnSp>
        <p:nvCxnSpPr>
          <p:cNvPr id="507" name="Google Shape;507;p37"/>
          <p:cNvCxnSpPr>
            <a:stCxn id="495" idx="3"/>
            <a:endCxn id="480" idx="1"/>
          </p:cNvCxnSpPr>
          <p:nvPr/>
        </p:nvCxnSpPr>
        <p:spPr>
          <a:xfrm>
            <a:off x="6513864" y="2088288"/>
            <a:ext cx="519900" cy="951900"/>
          </a:xfrm>
          <a:prstGeom prst="bentConnector3">
            <a:avLst>
              <a:gd fmla="val 49994" name="adj1"/>
            </a:avLst>
          </a:prstGeom>
          <a:noFill/>
          <a:ln cap="flat" cmpd="sng" w="9525">
            <a:solidFill>
              <a:schemeClr val="lt1"/>
            </a:solidFill>
            <a:prstDash val="solid"/>
            <a:round/>
            <a:headEnd len="med" w="med" type="none"/>
            <a:tailEnd len="med" w="med" type="none"/>
          </a:ln>
        </p:spPr>
      </p:cxnSp>
      <p:cxnSp>
        <p:nvCxnSpPr>
          <p:cNvPr id="508" name="Google Shape;508;p37"/>
          <p:cNvCxnSpPr>
            <a:stCxn id="495" idx="3"/>
            <a:endCxn id="481" idx="1"/>
          </p:cNvCxnSpPr>
          <p:nvPr/>
        </p:nvCxnSpPr>
        <p:spPr>
          <a:xfrm>
            <a:off x="6513864" y="2088288"/>
            <a:ext cx="519900" cy="1427700"/>
          </a:xfrm>
          <a:prstGeom prst="bentConnector3">
            <a:avLst>
              <a:gd fmla="val 49994" name="adj1"/>
            </a:avLst>
          </a:prstGeom>
          <a:noFill/>
          <a:ln cap="flat" cmpd="sng" w="9525">
            <a:solidFill>
              <a:srgbClr val="666666"/>
            </a:solidFill>
            <a:prstDash val="solid"/>
            <a:round/>
            <a:headEnd len="med" w="med" type="none"/>
            <a:tailEnd len="med" w="med" type="none"/>
          </a:ln>
        </p:spPr>
      </p:cxnSp>
      <p:cxnSp>
        <p:nvCxnSpPr>
          <p:cNvPr id="509" name="Google Shape;509;p37"/>
          <p:cNvCxnSpPr>
            <a:stCxn id="495" idx="3"/>
            <a:endCxn id="477" idx="1"/>
          </p:cNvCxnSpPr>
          <p:nvPr/>
        </p:nvCxnSpPr>
        <p:spPr>
          <a:xfrm>
            <a:off x="6513864" y="2088288"/>
            <a:ext cx="519900" cy="2379300"/>
          </a:xfrm>
          <a:prstGeom prst="bentConnector3">
            <a:avLst>
              <a:gd fmla="val 49994" name="adj1"/>
            </a:avLst>
          </a:prstGeom>
          <a:noFill/>
          <a:ln cap="flat" cmpd="sng" w="9525">
            <a:solidFill>
              <a:srgbClr val="666666"/>
            </a:solidFill>
            <a:prstDash val="solid"/>
            <a:round/>
            <a:headEnd len="med" w="med" type="none"/>
            <a:tailEnd len="med" w="med" type="none"/>
          </a:ln>
        </p:spPr>
      </p:cxnSp>
      <p:cxnSp>
        <p:nvCxnSpPr>
          <p:cNvPr id="510" name="Google Shape;510;p37"/>
          <p:cNvCxnSpPr>
            <a:stCxn id="483" idx="3"/>
            <a:endCxn id="505" idx="1"/>
          </p:cNvCxnSpPr>
          <p:nvPr/>
        </p:nvCxnSpPr>
        <p:spPr>
          <a:xfrm>
            <a:off x="3935914" y="4467650"/>
            <a:ext cx="1219200" cy="0"/>
          </a:xfrm>
          <a:prstGeom prst="straightConnector1">
            <a:avLst/>
          </a:prstGeom>
          <a:noFill/>
          <a:ln cap="flat" cmpd="sng" w="9525">
            <a:solidFill>
              <a:srgbClr val="666666"/>
            </a:solidFill>
            <a:prstDash val="solid"/>
            <a:round/>
            <a:headEnd len="med" w="med" type="none"/>
            <a:tailEnd len="med" w="med" type="none"/>
          </a:ln>
        </p:spPr>
      </p:cxnSp>
      <p:cxnSp>
        <p:nvCxnSpPr>
          <p:cNvPr id="511" name="Google Shape;511;p37"/>
          <p:cNvCxnSpPr>
            <a:stCxn id="495" idx="3"/>
            <a:endCxn id="500" idx="1"/>
          </p:cNvCxnSpPr>
          <p:nvPr/>
        </p:nvCxnSpPr>
        <p:spPr>
          <a:xfrm>
            <a:off x="6513864" y="2088288"/>
            <a:ext cx="519900" cy="1903500"/>
          </a:xfrm>
          <a:prstGeom prst="bentConnector3">
            <a:avLst>
              <a:gd fmla="val 49994" name="adj1"/>
            </a:avLst>
          </a:prstGeom>
          <a:noFill/>
          <a:ln cap="flat" cmpd="sng" w="9525">
            <a:solidFill>
              <a:srgbClr val="666666"/>
            </a:solidFill>
            <a:prstDash val="solid"/>
            <a:round/>
            <a:headEnd len="med" w="med" type="none"/>
            <a:tailEnd len="med" w="med" type="none"/>
          </a:ln>
        </p:spPr>
      </p:cxnSp>
      <p:cxnSp>
        <p:nvCxnSpPr>
          <p:cNvPr id="512" name="Google Shape;512;p37"/>
          <p:cNvCxnSpPr>
            <a:stCxn id="495" idx="3"/>
            <a:endCxn id="476" idx="1"/>
          </p:cNvCxnSpPr>
          <p:nvPr/>
        </p:nvCxnSpPr>
        <p:spPr>
          <a:xfrm>
            <a:off x="6513864" y="2088288"/>
            <a:ext cx="519900" cy="600"/>
          </a:xfrm>
          <a:prstGeom prst="bentConnector3">
            <a:avLst>
              <a:gd fmla="val 49994" name="adj1"/>
            </a:avLst>
          </a:prstGeom>
          <a:noFill/>
          <a:ln cap="flat" cmpd="sng" w="9525">
            <a:solidFill>
              <a:srgbClr val="666666"/>
            </a:solidFill>
            <a:prstDash val="solid"/>
            <a:round/>
            <a:headEnd len="med" w="med" type="none"/>
            <a:tailEnd len="med" w="med" type="none"/>
          </a:ln>
        </p:spPr>
      </p:cxnSp>
      <p:sp>
        <p:nvSpPr>
          <p:cNvPr id="513" name="Google Shape;513;p37"/>
          <p:cNvSpPr/>
          <p:nvPr/>
        </p:nvSpPr>
        <p:spPr>
          <a:xfrm>
            <a:off x="7550675" y="617925"/>
            <a:ext cx="558000" cy="169200"/>
          </a:xfrm>
          <a:prstGeom prst="roundRect">
            <a:avLst>
              <a:gd fmla="val 10093"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JP</a:t>
            </a:r>
            <a:endParaRPr b="1" sz="700">
              <a:solidFill>
                <a:srgbClr val="FFFFFF"/>
              </a:solidFill>
              <a:latin typeface="Zen Kaku Gothic New"/>
              <a:ea typeface="Zen Kaku Gothic New"/>
              <a:cs typeface="Zen Kaku Gothic New"/>
              <a:sym typeface="Zen Kaku Gothic New"/>
            </a:endParaRPr>
          </a:p>
        </p:txBody>
      </p:sp>
      <p:sp>
        <p:nvSpPr>
          <p:cNvPr id="514" name="Google Shape;514;p37"/>
          <p:cNvSpPr/>
          <p:nvPr/>
        </p:nvSpPr>
        <p:spPr>
          <a:xfrm>
            <a:off x="8154000" y="617925"/>
            <a:ext cx="558000" cy="169200"/>
          </a:xfrm>
          <a:prstGeom prst="roundRect">
            <a:avLst>
              <a:gd fmla="val 10093"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Sun* </a:t>
            </a:r>
            <a:r>
              <a:rPr b="1" lang="ja" sz="700">
                <a:solidFill>
                  <a:srgbClr val="FFFFFF"/>
                </a:solidFill>
                <a:latin typeface="Zen Kaku Gothic New"/>
                <a:ea typeface="Zen Kaku Gothic New"/>
                <a:cs typeface="Zen Kaku Gothic New"/>
                <a:sym typeface="Zen Kaku Gothic New"/>
              </a:rPr>
              <a:t>VN</a:t>
            </a:r>
            <a:endParaRPr b="1" sz="700">
              <a:solidFill>
                <a:srgbClr val="FFFFFF"/>
              </a:solidFill>
              <a:latin typeface="Zen Kaku Gothic New"/>
              <a:ea typeface="Zen Kaku Gothic New"/>
              <a:cs typeface="Zen Kaku Gothic New"/>
              <a:sym typeface="Zen Kaku Gothic New"/>
            </a:endParaRPr>
          </a:p>
        </p:txBody>
      </p:sp>
      <p:sp>
        <p:nvSpPr>
          <p:cNvPr id="515" name="Google Shape;515;p37"/>
          <p:cNvSpPr/>
          <p:nvPr/>
        </p:nvSpPr>
        <p:spPr>
          <a:xfrm>
            <a:off x="6985450" y="617925"/>
            <a:ext cx="519900" cy="169200"/>
          </a:xfrm>
          <a:prstGeom prst="roundRect">
            <a:avLst>
              <a:gd fmla="val 10093"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rgbClr val="FFFFFF"/>
                </a:solidFill>
                <a:latin typeface="Zen Kaku Gothic New"/>
                <a:ea typeface="Zen Kaku Gothic New"/>
                <a:cs typeface="Zen Kaku Gothic New"/>
                <a:sym typeface="Zen Kaku Gothic New"/>
              </a:rPr>
              <a:t>貴社</a:t>
            </a:r>
            <a:endParaRPr b="1" sz="7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8"/>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Development Process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cxnSp>
        <p:nvCxnSpPr>
          <p:cNvPr id="525" name="Google Shape;525;p39"/>
          <p:cNvCxnSpPr/>
          <p:nvPr/>
        </p:nvCxnSpPr>
        <p:spPr>
          <a:xfrm>
            <a:off x="1045650" y="1075575"/>
            <a:ext cx="0" cy="3210600"/>
          </a:xfrm>
          <a:prstGeom prst="straightConnector1">
            <a:avLst/>
          </a:prstGeom>
          <a:noFill/>
          <a:ln cap="flat" cmpd="sng" w="9525">
            <a:solidFill>
              <a:schemeClr val="lt1"/>
            </a:solidFill>
            <a:prstDash val="dash"/>
            <a:round/>
            <a:headEnd len="med" w="med" type="none"/>
            <a:tailEnd len="med" w="med" type="none"/>
          </a:ln>
        </p:spPr>
      </p:cxnSp>
      <p:sp>
        <p:nvSpPr>
          <p:cNvPr id="526" name="Google Shape;526;p39"/>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Development Process</a:t>
            </a:r>
            <a:endParaRPr/>
          </a:p>
        </p:txBody>
      </p:sp>
      <p:sp>
        <p:nvSpPr>
          <p:cNvPr id="527" name="Google Shape;527;p39"/>
          <p:cNvSpPr/>
          <p:nvPr/>
        </p:nvSpPr>
        <p:spPr>
          <a:xfrm>
            <a:off x="1007850" y="1443800"/>
            <a:ext cx="75600" cy="75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39"/>
          <p:cNvSpPr/>
          <p:nvPr/>
        </p:nvSpPr>
        <p:spPr>
          <a:xfrm>
            <a:off x="1268000" y="1355150"/>
            <a:ext cx="1272000" cy="252900"/>
          </a:xfrm>
          <a:prstGeom prst="roundRect">
            <a:avLst>
              <a:gd fmla="val 2287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chemeClr val="dk1"/>
                </a:solidFill>
                <a:latin typeface="Noto Sans JP"/>
                <a:ea typeface="Noto Sans JP"/>
                <a:cs typeface="Noto Sans JP"/>
                <a:sym typeface="Noto Sans JP"/>
              </a:rPr>
              <a:t>要件定義</a:t>
            </a:r>
            <a:endParaRPr b="1" sz="1000">
              <a:solidFill>
                <a:schemeClr val="dk1"/>
              </a:solidFill>
              <a:latin typeface="Noto Sans JP"/>
              <a:ea typeface="Noto Sans JP"/>
              <a:cs typeface="Noto Sans JP"/>
              <a:sym typeface="Noto Sans JP"/>
            </a:endParaRPr>
          </a:p>
        </p:txBody>
      </p:sp>
      <p:sp>
        <p:nvSpPr>
          <p:cNvPr id="529" name="Google Shape;529;p39"/>
          <p:cNvSpPr/>
          <p:nvPr/>
        </p:nvSpPr>
        <p:spPr>
          <a:xfrm>
            <a:off x="1268000" y="2050625"/>
            <a:ext cx="1272000" cy="252900"/>
          </a:xfrm>
          <a:prstGeom prst="roundRect">
            <a:avLst>
              <a:gd fmla="val 1677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chemeClr val="dk1"/>
                </a:solidFill>
                <a:latin typeface="Noto Sans JP"/>
                <a:ea typeface="Noto Sans JP"/>
                <a:cs typeface="Noto Sans JP"/>
                <a:sym typeface="Noto Sans JP"/>
              </a:rPr>
              <a:t>データ定義</a:t>
            </a:r>
            <a:endParaRPr b="1" sz="1000">
              <a:solidFill>
                <a:schemeClr val="dk1"/>
              </a:solidFill>
              <a:latin typeface="Noto Sans JP"/>
              <a:ea typeface="Noto Sans JP"/>
              <a:cs typeface="Noto Sans JP"/>
              <a:sym typeface="Noto Sans JP"/>
            </a:endParaRPr>
          </a:p>
        </p:txBody>
      </p:sp>
      <p:sp>
        <p:nvSpPr>
          <p:cNvPr id="530" name="Google Shape;530;p39"/>
          <p:cNvSpPr/>
          <p:nvPr/>
        </p:nvSpPr>
        <p:spPr>
          <a:xfrm>
            <a:off x="1268000" y="2746100"/>
            <a:ext cx="2078700" cy="252900"/>
          </a:xfrm>
          <a:prstGeom prst="roundRect">
            <a:avLst>
              <a:gd fmla="val 18298"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rgbClr val="FFFFFF"/>
                </a:solidFill>
                <a:latin typeface="Noto Sans JP"/>
                <a:ea typeface="Noto Sans JP"/>
                <a:cs typeface="Noto Sans JP"/>
                <a:sym typeface="Noto Sans JP"/>
              </a:rPr>
              <a:t>スプリントでのイテレーション</a:t>
            </a:r>
            <a:endParaRPr b="1" sz="1000">
              <a:solidFill>
                <a:srgbClr val="FFFFFF"/>
              </a:solidFill>
              <a:latin typeface="Noto Sans JP"/>
              <a:ea typeface="Noto Sans JP"/>
              <a:cs typeface="Noto Sans JP"/>
              <a:sym typeface="Noto Sans JP"/>
            </a:endParaRPr>
          </a:p>
        </p:txBody>
      </p:sp>
      <p:sp>
        <p:nvSpPr>
          <p:cNvPr id="531" name="Google Shape;531;p39"/>
          <p:cNvSpPr/>
          <p:nvPr/>
        </p:nvSpPr>
        <p:spPr>
          <a:xfrm>
            <a:off x="1268000" y="3441575"/>
            <a:ext cx="1272000" cy="252900"/>
          </a:xfrm>
          <a:prstGeom prst="roundRect">
            <a:avLst>
              <a:gd fmla="val 1983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ja" sz="1000">
                <a:solidFill>
                  <a:schemeClr val="dk1"/>
                </a:solidFill>
                <a:latin typeface="Noto Sans JP"/>
                <a:ea typeface="Noto Sans JP"/>
                <a:cs typeface="Noto Sans JP"/>
                <a:sym typeface="Noto Sans JP"/>
              </a:rPr>
              <a:t>本番リリース</a:t>
            </a:r>
            <a:endParaRPr b="1" sz="1000">
              <a:solidFill>
                <a:schemeClr val="dk1"/>
              </a:solidFill>
              <a:latin typeface="Noto Sans JP"/>
              <a:ea typeface="Noto Sans JP"/>
              <a:cs typeface="Noto Sans JP"/>
              <a:sym typeface="Noto Sans JP"/>
            </a:endParaRPr>
          </a:p>
        </p:txBody>
      </p:sp>
      <p:sp>
        <p:nvSpPr>
          <p:cNvPr id="532" name="Google Shape;532;p39"/>
          <p:cNvSpPr/>
          <p:nvPr/>
        </p:nvSpPr>
        <p:spPr>
          <a:xfrm>
            <a:off x="1007850" y="2139275"/>
            <a:ext cx="75600" cy="75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39"/>
          <p:cNvSpPr/>
          <p:nvPr/>
        </p:nvSpPr>
        <p:spPr>
          <a:xfrm>
            <a:off x="1007850" y="2834750"/>
            <a:ext cx="75600" cy="75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39"/>
          <p:cNvSpPr/>
          <p:nvPr/>
        </p:nvSpPr>
        <p:spPr>
          <a:xfrm>
            <a:off x="1007850" y="3530225"/>
            <a:ext cx="75600" cy="756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39"/>
          <p:cNvSpPr txBox="1"/>
          <p:nvPr/>
        </p:nvSpPr>
        <p:spPr>
          <a:xfrm>
            <a:off x="4946825" y="1201475"/>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1. </a:t>
            </a:r>
            <a:r>
              <a:rPr b="1" lang="ja" sz="1100">
                <a:solidFill>
                  <a:schemeClr val="accent1"/>
                </a:solidFill>
                <a:latin typeface="Noto Sans JP"/>
                <a:ea typeface="Noto Sans JP"/>
                <a:cs typeface="Noto Sans JP"/>
                <a:sym typeface="Noto Sans JP"/>
              </a:rPr>
              <a:t>スプリントプランニング</a:t>
            </a:r>
            <a:endParaRPr b="1" sz="1100">
              <a:solidFill>
                <a:schemeClr val="accent1"/>
              </a:solidFill>
              <a:latin typeface="Noto Sans JP"/>
              <a:ea typeface="Noto Sans JP"/>
              <a:cs typeface="Noto Sans JP"/>
              <a:sym typeface="Noto Sans JP"/>
            </a:endParaRPr>
          </a:p>
        </p:txBody>
      </p:sp>
      <p:sp>
        <p:nvSpPr>
          <p:cNvPr id="536" name="Google Shape;536;p39"/>
          <p:cNvSpPr txBox="1"/>
          <p:nvPr/>
        </p:nvSpPr>
        <p:spPr>
          <a:xfrm>
            <a:off x="4946825" y="1452888"/>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Product Owner に短期での開発対象機能を選定していただく</a:t>
            </a:r>
            <a:endParaRPr sz="1000">
              <a:solidFill>
                <a:srgbClr val="434343"/>
              </a:solidFill>
              <a:latin typeface="Noto Sans JP"/>
              <a:ea typeface="Noto Sans JP"/>
              <a:cs typeface="Noto Sans JP"/>
              <a:sym typeface="Noto Sans JP"/>
            </a:endParaRPr>
          </a:p>
        </p:txBody>
      </p:sp>
      <p:sp>
        <p:nvSpPr>
          <p:cNvPr id="537" name="Google Shape;537;p39"/>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Development Process ｜ </a:t>
            </a:r>
            <a:r>
              <a:rPr lang="ja">
                <a:solidFill>
                  <a:schemeClr val="accent1"/>
                </a:solidFill>
              </a:rPr>
              <a:t>開発プロセス</a:t>
            </a:r>
            <a:endParaRPr>
              <a:solidFill>
                <a:schemeClr val="accent1"/>
              </a:solidFill>
            </a:endParaRPr>
          </a:p>
        </p:txBody>
      </p:sp>
      <p:sp>
        <p:nvSpPr>
          <p:cNvPr id="538" name="Google Shape;538;p39"/>
          <p:cNvSpPr txBox="1"/>
          <p:nvPr/>
        </p:nvSpPr>
        <p:spPr>
          <a:xfrm>
            <a:off x="4946825" y="2086500"/>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2. 設計・コーディング</a:t>
            </a:r>
            <a:endParaRPr b="1" sz="1100">
              <a:solidFill>
                <a:schemeClr val="accent1"/>
              </a:solidFill>
              <a:latin typeface="Noto Sans JP"/>
              <a:ea typeface="Noto Sans JP"/>
              <a:cs typeface="Noto Sans JP"/>
              <a:sym typeface="Noto Sans JP"/>
            </a:endParaRPr>
          </a:p>
        </p:txBody>
      </p:sp>
      <p:sp>
        <p:nvSpPr>
          <p:cNvPr id="539" name="Google Shape;539;p39"/>
          <p:cNvSpPr txBox="1"/>
          <p:nvPr/>
        </p:nvSpPr>
        <p:spPr>
          <a:xfrm>
            <a:off x="4946825" y="2337913"/>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BrSE およびシニアエンジニアの設計を元に実装</a:t>
            </a:r>
            <a:endParaRPr sz="1000">
              <a:solidFill>
                <a:srgbClr val="434343"/>
              </a:solidFill>
              <a:latin typeface="Noto Sans JP"/>
              <a:ea typeface="Noto Sans JP"/>
              <a:cs typeface="Noto Sans JP"/>
              <a:sym typeface="Noto Sans JP"/>
            </a:endParaRPr>
          </a:p>
        </p:txBody>
      </p:sp>
      <p:sp>
        <p:nvSpPr>
          <p:cNvPr id="540" name="Google Shape;540;p39"/>
          <p:cNvSpPr txBox="1"/>
          <p:nvPr/>
        </p:nvSpPr>
        <p:spPr>
          <a:xfrm>
            <a:off x="4946825" y="2971525"/>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3. テスト設計・実施</a:t>
            </a:r>
            <a:endParaRPr b="1" sz="1100">
              <a:solidFill>
                <a:schemeClr val="accent1"/>
              </a:solidFill>
              <a:latin typeface="Noto Sans JP"/>
              <a:ea typeface="Noto Sans JP"/>
              <a:cs typeface="Noto Sans JP"/>
              <a:sym typeface="Noto Sans JP"/>
            </a:endParaRPr>
          </a:p>
        </p:txBody>
      </p:sp>
      <p:sp>
        <p:nvSpPr>
          <p:cNvPr id="541" name="Google Shape;541;p39"/>
          <p:cNvSpPr txBox="1"/>
          <p:nvPr/>
        </p:nvSpPr>
        <p:spPr>
          <a:xfrm>
            <a:off x="4946825" y="3222938"/>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要件に従って シニア QA はテストの設計を実施</a:t>
            </a:r>
            <a:endParaRPr sz="1000">
              <a:solidFill>
                <a:srgbClr val="434343"/>
              </a:solidFill>
              <a:latin typeface="Noto Sans JP"/>
              <a:ea typeface="Noto Sans JP"/>
              <a:cs typeface="Noto Sans JP"/>
              <a:sym typeface="Noto Sans JP"/>
            </a:endParaRPr>
          </a:p>
        </p:txBody>
      </p:sp>
      <p:sp>
        <p:nvSpPr>
          <p:cNvPr id="542" name="Google Shape;542;p39"/>
          <p:cNvSpPr txBox="1"/>
          <p:nvPr/>
        </p:nvSpPr>
        <p:spPr>
          <a:xfrm>
            <a:off x="4946825" y="3856550"/>
            <a:ext cx="20787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accent1"/>
                </a:solidFill>
                <a:latin typeface="Noto Sans JP"/>
                <a:ea typeface="Noto Sans JP"/>
                <a:cs typeface="Noto Sans JP"/>
                <a:sym typeface="Noto Sans JP"/>
              </a:rPr>
              <a:t>4. Staging リリース</a:t>
            </a:r>
            <a:endParaRPr b="1" sz="1100">
              <a:solidFill>
                <a:schemeClr val="accent1"/>
              </a:solidFill>
              <a:latin typeface="Noto Sans JP"/>
              <a:ea typeface="Noto Sans JP"/>
              <a:cs typeface="Noto Sans JP"/>
              <a:sym typeface="Noto Sans JP"/>
            </a:endParaRPr>
          </a:p>
        </p:txBody>
      </p:sp>
      <p:sp>
        <p:nvSpPr>
          <p:cNvPr id="543" name="Google Shape;543;p39"/>
          <p:cNvSpPr txBox="1"/>
          <p:nvPr/>
        </p:nvSpPr>
        <p:spPr>
          <a:xfrm>
            <a:off x="4946825" y="4107963"/>
            <a:ext cx="37041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1000">
                <a:solidFill>
                  <a:srgbClr val="434343"/>
                </a:solidFill>
                <a:latin typeface="Noto Sans JP"/>
                <a:ea typeface="Noto Sans JP"/>
                <a:cs typeface="Noto Sans JP"/>
                <a:sym typeface="Noto Sans JP"/>
              </a:rPr>
              <a:t>お客様の承認をもってステージング環境にリリース</a:t>
            </a:r>
            <a:endParaRPr sz="1000">
              <a:solidFill>
                <a:srgbClr val="434343"/>
              </a:solidFill>
              <a:latin typeface="Noto Sans JP"/>
              <a:ea typeface="Noto Sans JP"/>
              <a:cs typeface="Noto Sans JP"/>
              <a:sym typeface="Noto Sans JP"/>
            </a:endParaRPr>
          </a:p>
        </p:txBody>
      </p:sp>
      <p:sp>
        <p:nvSpPr>
          <p:cNvPr id="544" name="Google Shape;544;p39"/>
          <p:cNvSpPr txBox="1"/>
          <p:nvPr/>
        </p:nvSpPr>
        <p:spPr>
          <a:xfrm>
            <a:off x="4946825" y="704638"/>
            <a:ext cx="2285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200">
                <a:solidFill>
                  <a:schemeClr val="lt1"/>
                </a:solidFill>
                <a:latin typeface="Noto Sans JP"/>
                <a:ea typeface="Noto Sans JP"/>
                <a:cs typeface="Noto Sans JP"/>
                <a:sym typeface="Noto Sans JP"/>
              </a:rPr>
              <a:t>スプリント</a:t>
            </a:r>
            <a:r>
              <a:rPr b="1" lang="ja" sz="1200">
                <a:solidFill>
                  <a:schemeClr val="lt1"/>
                </a:solidFill>
                <a:latin typeface="Noto Sans JP"/>
                <a:ea typeface="Noto Sans JP"/>
                <a:cs typeface="Noto Sans JP"/>
                <a:sym typeface="Noto Sans JP"/>
              </a:rPr>
              <a:t>でのイテレーション</a:t>
            </a:r>
            <a:endParaRPr b="1" sz="1200">
              <a:solidFill>
                <a:schemeClr val="lt1"/>
              </a:solidFill>
              <a:latin typeface="Noto Sans JP"/>
              <a:ea typeface="Noto Sans JP"/>
              <a:cs typeface="Noto Sans JP"/>
              <a:sym typeface="Noto Sans JP"/>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40"/>
          <p:cNvCxnSpPr>
            <a:stCxn id="550" idx="4"/>
          </p:cNvCxnSpPr>
          <p:nvPr/>
        </p:nvCxnSpPr>
        <p:spPr>
          <a:xfrm>
            <a:off x="544028" y="1452054"/>
            <a:ext cx="0" cy="3055800"/>
          </a:xfrm>
          <a:prstGeom prst="straightConnector1">
            <a:avLst/>
          </a:prstGeom>
          <a:noFill/>
          <a:ln cap="flat" cmpd="sng" w="9525">
            <a:solidFill>
              <a:srgbClr val="666666"/>
            </a:solidFill>
            <a:prstDash val="dash"/>
            <a:round/>
            <a:headEnd len="med" w="med" type="none"/>
            <a:tailEnd len="med" w="med" type="triangle"/>
          </a:ln>
        </p:spPr>
      </p:cxnSp>
      <p:sp>
        <p:nvSpPr>
          <p:cNvPr id="551" name="Google Shape;551;p40"/>
          <p:cNvSpPr/>
          <p:nvPr/>
        </p:nvSpPr>
        <p:spPr>
          <a:xfrm>
            <a:off x="5703966" y="1198388"/>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0"/>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Responsibility</a:t>
            </a:r>
            <a:endParaRPr/>
          </a:p>
        </p:txBody>
      </p:sp>
      <p:sp>
        <p:nvSpPr>
          <p:cNvPr id="553" name="Google Shape;553;p40"/>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Development Process ｜ </a:t>
            </a:r>
            <a:r>
              <a:rPr lang="ja">
                <a:solidFill>
                  <a:schemeClr val="accent1"/>
                </a:solidFill>
              </a:rPr>
              <a:t>プロセスアプローチと実行責任者</a:t>
            </a:r>
            <a:endParaRPr>
              <a:solidFill>
                <a:schemeClr val="accent1"/>
              </a:solidFill>
            </a:endParaRPr>
          </a:p>
        </p:txBody>
      </p:sp>
      <p:sp>
        <p:nvSpPr>
          <p:cNvPr id="550" name="Google Shape;550;p40"/>
          <p:cNvSpPr/>
          <p:nvPr/>
        </p:nvSpPr>
        <p:spPr>
          <a:xfrm>
            <a:off x="506228" y="1376454"/>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40"/>
          <p:cNvSpPr/>
          <p:nvPr/>
        </p:nvSpPr>
        <p:spPr>
          <a:xfrm>
            <a:off x="506228" y="2477173"/>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5" name="Google Shape;555;p40"/>
          <p:cNvSpPr/>
          <p:nvPr/>
        </p:nvSpPr>
        <p:spPr>
          <a:xfrm>
            <a:off x="506228" y="3409692"/>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6" name="Google Shape;556;p40"/>
          <p:cNvSpPr/>
          <p:nvPr/>
        </p:nvSpPr>
        <p:spPr>
          <a:xfrm>
            <a:off x="506228" y="4239317"/>
            <a:ext cx="75600" cy="756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40"/>
          <p:cNvSpPr txBox="1"/>
          <p:nvPr/>
        </p:nvSpPr>
        <p:spPr>
          <a:xfrm>
            <a:off x="5857856" y="1299188"/>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画面</a:t>
            </a:r>
            <a:r>
              <a:rPr b="1" lang="ja" sz="1000">
                <a:solidFill>
                  <a:schemeClr val="accent1"/>
                </a:solidFill>
                <a:latin typeface="Noto Sans JP"/>
                <a:ea typeface="Noto Sans JP"/>
                <a:cs typeface="Noto Sans JP"/>
                <a:sym typeface="Noto Sans JP"/>
              </a:rPr>
              <a:t>設計</a:t>
            </a:r>
            <a:r>
              <a:rPr b="1" lang="ja" sz="1000">
                <a:solidFill>
                  <a:schemeClr val="accent1"/>
                </a:solidFill>
                <a:latin typeface="Noto Sans JP"/>
                <a:ea typeface="Noto Sans JP"/>
                <a:cs typeface="Noto Sans JP"/>
                <a:sym typeface="Noto Sans JP"/>
              </a:rPr>
              <a:t>書</a:t>
            </a:r>
            <a:endParaRPr b="1" sz="1000">
              <a:solidFill>
                <a:schemeClr val="accent1"/>
              </a:solidFill>
              <a:latin typeface="Noto Sans JP"/>
              <a:ea typeface="Noto Sans JP"/>
              <a:cs typeface="Noto Sans JP"/>
              <a:sym typeface="Noto Sans JP"/>
            </a:endParaRPr>
          </a:p>
        </p:txBody>
      </p:sp>
      <p:sp>
        <p:nvSpPr>
          <p:cNvPr id="558" name="Google Shape;558;p40"/>
          <p:cNvSpPr txBox="1"/>
          <p:nvPr/>
        </p:nvSpPr>
        <p:spPr>
          <a:xfrm>
            <a:off x="7075613" y="1314638"/>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BrSE Linh</a:t>
            </a:r>
            <a:endParaRPr b="1" sz="1000">
              <a:solidFill>
                <a:schemeClr val="lt1"/>
              </a:solidFill>
              <a:latin typeface="Noto Sans JP"/>
              <a:ea typeface="Noto Sans JP"/>
              <a:cs typeface="Noto Sans JP"/>
              <a:sym typeface="Noto Sans JP"/>
            </a:endParaRPr>
          </a:p>
        </p:txBody>
      </p:sp>
      <p:sp>
        <p:nvSpPr>
          <p:cNvPr id="559" name="Google Shape;559;p40"/>
          <p:cNvSpPr/>
          <p:nvPr/>
        </p:nvSpPr>
        <p:spPr>
          <a:xfrm>
            <a:off x="5703966" y="1609913"/>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0"/>
          <p:cNvSpPr txBox="1"/>
          <p:nvPr/>
        </p:nvSpPr>
        <p:spPr>
          <a:xfrm>
            <a:off x="5857856" y="1710713"/>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データ設計書</a:t>
            </a:r>
            <a:endParaRPr b="1" sz="1000">
              <a:solidFill>
                <a:schemeClr val="accent1"/>
              </a:solidFill>
              <a:latin typeface="Noto Sans JP"/>
              <a:ea typeface="Noto Sans JP"/>
              <a:cs typeface="Noto Sans JP"/>
              <a:sym typeface="Noto Sans JP"/>
            </a:endParaRPr>
          </a:p>
        </p:txBody>
      </p:sp>
      <p:sp>
        <p:nvSpPr>
          <p:cNvPr id="561" name="Google Shape;561;p40"/>
          <p:cNvSpPr txBox="1"/>
          <p:nvPr/>
        </p:nvSpPr>
        <p:spPr>
          <a:xfrm>
            <a:off x="7075613" y="1726163"/>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Tech Lead Thang</a:t>
            </a:r>
            <a:endParaRPr b="1" sz="800">
              <a:solidFill>
                <a:schemeClr val="lt1"/>
              </a:solidFill>
              <a:latin typeface="Noto Sans JP"/>
              <a:ea typeface="Noto Sans JP"/>
              <a:cs typeface="Noto Sans JP"/>
              <a:sym typeface="Noto Sans JP"/>
            </a:endParaRPr>
          </a:p>
        </p:txBody>
      </p:sp>
      <p:sp>
        <p:nvSpPr>
          <p:cNvPr id="562" name="Google Shape;562;p40"/>
          <p:cNvSpPr/>
          <p:nvPr/>
        </p:nvSpPr>
        <p:spPr>
          <a:xfrm>
            <a:off x="2737091" y="1198388"/>
            <a:ext cx="2600700" cy="7671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0"/>
          <p:cNvSpPr txBox="1"/>
          <p:nvPr/>
        </p:nvSpPr>
        <p:spPr>
          <a:xfrm>
            <a:off x="2890981" y="1345088"/>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画面仕様書</a:t>
            </a:r>
            <a:endParaRPr b="1" sz="1000">
              <a:solidFill>
                <a:schemeClr val="accent3"/>
              </a:solidFill>
              <a:latin typeface="Noto Sans JP"/>
              <a:ea typeface="Noto Sans JP"/>
              <a:cs typeface="Noto Sans JP"/>
              <a:sym typeface="Noto Sans JP"/>
            </a:endParaRPr>
          </a:p>
        </p:txBody>
      </p:sp>
      <p:sp>
        <p:nvSpPr>
          <p:cNvPr id="564" name="Google Shape;564;p40"/>
          <p:cNvSpPr txBox="1"/>
          <p:nvPr/>
        </p:nvSpPr>
        <p:spPr>
          <a:xfrm>
            <a:off x="4108738" y="1360538"/>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PO Takada</a:t>
            </a:r>
            <a:endParaRPr b="1" sz="800">
              <a:solidFill>
                <a:schemeClr val="lt1"/>
              </a:solidFill>
              <a:latin typeface="Noto Sans JP"/>
              <a:ea typeface="Noto Sans JP"/>
              <a:cs typeface="Noto Sans JP"/>
              <a:sym typeface="Noto Sans JP"/>
            </a:endParaRPr>
          </a:p>
        </p:txBody>
      </p:sp>
      <p:sp>
        <p:nvSpPr>
          <p:cNvPr id="565" name="Google Shape;565;p40"/>
          <p:cNvSpPr txBox="1"/>
          <p:nvPr/>
        </p:nvSpPr>
        <p:spPr>
          <a:xfrm>
            <a:off x="734999" y="1329650"/>
            <a:ext cx="17823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要件定義・</a:t>
            </a:r>
            <a:r>
              <a:rPr b="1" lang="ja" sz="1100">
                <a:solidFill>
                  <a:schemeClr val="lt1"/>
                </a:solidFill>
                <a:latin typeface="Noto Sans JP"/>
                <a:ea typeface="Noto Sans JP"/>
                <a:cs typeface="Noto Sans JP"/>
                <a:sym typeface="Noto Sans JP"/>
              </a:rPr>
              <a:t>データ定義</a:t>
            </a:r>
            <a:endParaRPr b="1" sz="1100">
              <a:solidFill>
                <a:schemeClr val="lt1"/>
              </a:solidFill>
              <a:latin typeface="Noto Sans JP"/>
              <a:ea typeface="Noto Sans JP"/>
              <a:cs typeface="Noto Sans JP"/>
              <a:sym typeface="Noto Sans JP"/>
            </a:endParaRPr>
          </a:p>
        </p:txBody>
      </p:sp>
      <p:sp>
        <p:nvSpPr>
          <p:cNvPr id="566" name="Google Shape;566;p40"/>
          <p:cNvSpPr txBox="1"/>
          <p:nvPr/>
        </p:nvSpPr>
        <p:spPr>
          <a:xfrm>
            <a:off x="2888416" y="1664888"/>
            <a:ext cx="23229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ja" sz="700">
                <a:solidFill>
                  <a:srgbClr val="666666"/>
                </a:solidFill>
                <a:latin typeface="Noto Sans JP"/>
                <a:ea typeface="Noto Sans JP"/>
                <a:cs typeface="Noto Sans JP"/>
                <a:sym typeface="Noto Sans JP"/>
              </a:rPr>
              <a:t>バリデーション</a:t>
            </a:r>
            <a:r>
              <a:rPr lang="ja" sz="700">
                <a:solidFill>
                  <a:srgbClr val="666666"/>
                </a:solidFill>
                <a:latin typeface="Noto Sans JP"/>
                <a:ea typeface="Noto Sans JP"/>
                <a:cs typeface="Noto Sans JP"/>
                <a:sym typeface="Noto Sans JP"/>
              </a:rPr>
              <a:t>条件までも含めて記載するのがルール</a:t>
            </a:r>
            <a:endParaRPr sz="700">
              <a:solidFill>
                <a:srgbClr val="666666"/>
              </a:solidFill>
              <a:latin typeface="Noto Sans JP"/>
              <a:ea typeface="Noto Sans JP"/>
              <a:cs typeface="Noto Sans JP"/>
              <a:sym typeface="Noto Sans JP"/>
            </a:endParaRPr>
          </a:p>
        </p:txBody>
      </p:sp>
      <p:cxnSp>
        <p:nvCxnSpPr>
          <p:cNvPr id="567" name="Google Shape;567;p40"/>
          <p:cNvCxnSpPr/>
          <p:nvPr/>
        </p:nvCxnSpPr>
        <p:spPr>
          <a:xfrm>
            <a:off x="2888417" y="1583888"/>
            <a:ext cx="2322900" cy="0"/>
          </a:xfrm>
          <a:prstGeom prst="straightConnector1">
            <a:avLst/>
          </a:prstGeom>
          <a:noFill/>
          <a:ln cap="flat" cmpd="sng" w="9525">
            <a:solidFill>
              <a:srgbClr val="CCCCCC"/>
            </a:solidFill>
            <a:prstDash val="dot"/>
            <a:round/>
            <a:headEnd len="med" w="med" type="none"/>
            <a:tailEnd len="med" w="med" type="none"/>
          </a:ln>
        </p:spPr>
      </p:cxnSp>
      <p:sp>
        <p:nvSpPr>
          <p:cNvPr id="568" name="Google Shape;568;p40"/>
          <p:cNvSpPr/>
          <p:nvPr/>
        </p:nvSpPr>
        <p:spPr>
          <a:xfrm>
            <a:off x="2737091" y="4107167"/>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0"/>
          <p:cNvSpPr txBox="1"/>
          <p:nvPr/>
        </p:nvSpPr>
        <p:spPr>
          <a:xfrm>
            <a:off x="2890981" y="4207967"/>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リリース計画書・手順書</a:t>
            </a:r>
            <a:endParaRPr b="1" sz="1000">
              <a:solidFill>
                <a:schemeClr val="accent3"/>
              </a:solidFill>
              <a:latin typeface="Noto Sans JP"/>
              <a:ea typeface="Noto Sans JP"/>
              <a:cs typeface="Noto Sans JP"/>
              <a:sym typeface="Noto Sans JP"/>
            </a:endParaRPr>
          </a:p>
        </p:txBody>
      </p:sp>
      <p:sp>
        <p:nvSpPr>
          <p:cNvPr id="570" name="Google Shape;570;p40"/>
          <p:cNvSpPr txBox="1"/>
          <p:nvPr/>
        </p:nvSpPr>
        <p:spPr>
          <a:xfrm>
            <a:off x="4108738" y="4223417"/>
            <a:ext cx="1102500" cy="2646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Clr>
                <a:schemeClr val="dk1"/>
              </a:buClr>
              <a:buSzPts val="1100"/>
              <a:buFont typeface="Arial"/>
              <a:buNone/>
            </a:pPr>
            <a:r>
              <a:rPr b="1" lang="ja" sz="800">
                <a:solidFill>
                  <a:schemeClr val="lt1"/>
                </a:solidFill>
                <a:latin typeface="Noto Sans JP"/>
                <a:ea typeface="Noto Sans JP"/>
                <a:cs typeface="Noto Sans JP"/>
                <a:sym typeface="Noto Sans JP"/>
              </a:rPr>
              <a:t>Tech Lead Thang</a:t>
            </a:r>
            <a:endParaRPr b="1" sz="800">
              <a:solidFill>
                <a:schemeClr val="lt1"/>
              </a:solidFill>
              <a:latin typeface="Noto Sans JP"/>
              <a:ea typeface="Noto Sans JP"/>
              <a:cs typeface="Noto Sans JP"/>
              <a:sym typeface="Noto Sans JP"/>
            </a:endParaRPr>
          </a:p>
          <a:p>
            <a:pPr indent="0" lvl="0" marL="0" rtl="0" algn="r">
              <a:lnSpc>
                <a:spcPct val="115000"/>
              </a:lnSpc>
              <a:spcBef>
                <a:spcPts val="0"/>
              </a:spcBef>
              <a:spcAft>
                <a:spcPts val="0"/>
              </a:spcAft>
              <a:buNone/>
            </a:pPr>
            <a:r>
              <a:t/>
            </a:r>
            <a:endParaRPr b="1" sz="800">
              <a:solidFill>
                <a:schemeClr val="lt1"/>
              </a:solidFill>
              <a:latin typeface="Noto Sans JP"/>
              <a:ea typeface="Noto Sans JP"/>
              <a:cs typeface="Noto Sans JP"/>
              <a:sym typeface="Noto Sans JP"/>
            </a:endParaRPr>
          </a:p>
        </p:txBody>
      </p:sp>
      <p:sp>
        <p:nvSpPr>
          <p:cNvPr id="571" name="Google Shape;571;p40"/>
          <p:cNvSpPr txBox="1"/>
          <p:nvPr/>
        </p:nvSpPr>
        <p:spPr>
          <a:xfrm>
            <a:off x="735003" y="4192517"/>
            <a:ext cx="1848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本番リリース</a:t>
            </a:r>
            <a:endParaRPr b="1" sz="1100">
              <a:solidFill>
                <a:schemeClr val="lt1"/>
              </a:solidFill>
              <a:latin typeface="Noto Sans JP"/>
              <a:ea typeface="Noto Sans JP"/>
              <a:cs typeface="Noto Sans JP"/>
              <a:sym typeface="Noto Sans JP"/>
            </a:endParaRPr>
          </a:p>
        </p:txBody>
      </p:sp>
      <p:sp>
        <p:nvSpPr>
          <p:cNvPr id="572" name="Google Shape;572;p40"/>
          <p:cNvSpPr/>
          <p:nvPr/>
        </p:nvSpPr>
        <p:spPr>
          <a:xfrm>
            <a:off x="5703966" y="4107161"/>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0"/>
          <p:cNvSpPr txBox="1"/>
          <p:nvPr/>
        </p:nvSpPr>
        <p:spPr>
          <a:xfrm>
            <a:off x="5857856" y="4207961"/>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rPr>
              <a:t>リリース承認</a:t>
            </a:r>
            <a:endParaRPr b="1" sz="1000">
              <a:solidFill>
                <a:schemeClr val="accent1"/>
              </a:solidFill>
              <a:latin typeface="Noto Sans JP"/>
              <a:ea typeface="Noto Sans JP"/>
              <a:cs typeface="Noto Sans JP"/>
              <a:sym typeface="Noto Sans JP"/>
            </a:endParaRPr>
          </a:p>
        </p:txBody>
      </p:sp>
      <p:sp>
        <p:nvSpPr>
          <p:cNvPr id="574" name="Google Shape;574;p40"/>
          <p:cNvSpPr txBox="1"/>
          <p:nvPr/>
        </p:nvSpPr>
        <p:spPr>
          <a:xfrm>
            <a:off x="7075613" y="4223411"/>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PO Takada</a:t>
            </a:r>
            <a:endParaRPr b="1" sz="800">
              <a:solidFill>
                <a:schemeClr val="lt1"/>
              </a:solidFill>
              <a:latin typeface="Noto Sans JP"/>
              <a:ea typeface="Noto Sans JP"/>
              <a:cs typeface="Noto Sans JP"/>
              <a:sym typeface="Noto Sans JP"/>
            </a:endParaRPr>
          </a:p>
        </p:txBody>
      </p:sp>
      <p:pic>
        <p:nvPicPr>
          <p:cNvPr id="575" name="Google Shape;575;p40"/>
          <p:cNvPicPr preferRelativeResize="0"/>
          <p:nvPr/>
        </p:nvPicPr>
        <p:blipFill>
          <a:blip r:embed="rId3">
            <a:alphaModFix/>
          </a:blip>
          <a:stretch>
            <a:fillRect/>
          </a:stretch>
        </p:blipFill>
        <p:spPr>
          <a:xfrm>
            <a:off x="5478525" y="1515238"/>
            <a:ext cx="102125" cy="133422"/>
          </a:xfrm>
          <a:prstGeom prst="rect">
            <a:avLst/>
          </a:prstGeom>
          <a:noFill/>
          <a:ln>
            <a:noFill/>
          </a:ln>
        </p:spPr>
      </p:pic>
      <p:sp>
        <p:nvSpPr>
          <p:cNvPr id="576" name="Google Shape;576;p40"/>
          <p:cNvSpPr/>
          <p:nvPr/>
        </p:nvSpPr>
        <p:spPr>
          <a:xfrm>
            <a:off x="2737091" y="2341011"/>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0"/>
          <p:cNvSpPr txBox="1"/>
          <p:nvPr/>
        </p:nvSpPr>
        <p:spPr>
          <a:xfrm>
            <a:off x="2890981" y="2441811"/>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スプリントタスク</a:t>
            </a:r>
            <a:endParaRPr b="1" sz="1000">
              <a:solidFill>
                <a:schemeClr val="accent3"/>
              </a:solidFill>
              <a:latin typeface="Noto Sans JP"/>
              <a:ea typeface="Noto Sans JP"/>
              <a:cs typeface="Noto Sans JP"/>
              <a:sym typeface="Noto Sans JP"/>
            </a:endParaRPr>
          </a:p>
        </p:txBody>
      </p:sp>
      <p:sp>
        <p:nvSpPr>
          <p:cNvPr id="578" name="Google Shape;578;p40"/>
          <p:cNvSpPr txBox="1"/>
          <p:nvPr/>
        </p:nvSpPr>
        <p:spPr>
          <a:xfrm>
            <a:off x="4108738" y="2457261"/>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BrSE Quan</a:t>
            </a:r>
            <a:endParaRPr b="1" sz="1000">
              <a:solidFill>
                <a:schemeClr val="lt1"/>
              </a:solidFill>
              <a:latin typeface="Noto Sans JP"/>
              <a:ea typeface="Noto Sans JP"/>
              <a:cs typeface="Noto Sans JP"/>
              <a:sym typeface="Noto Sans JP"/>
            </a:endParaRPr>
          </a:p>
        </p:txBody>
      </p:sp>
      <p:sp>
        <p:nvSpPr>
          <p:cNvPr id="579" name="Google Shape;579;p40"/>
          <p:cNvSpPr txBox="1"/>
          <p:nvPr/>
        </p:nvSpPr>
        <p:spPr>
          <a:xfrm>
            <a:off x="716115" y="3362898"/>
            <a:ext cx="1848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テスト設計</a:t>
            </a:r>
            <a:endParaRPr b="1" sz="1100">
              <a:solidFill>
                <a:schemeClr val="lt1"/>
              </a:solidFill>
              <a:latin typeface="Noto Sans JP"/>
              <a:ea typeface="Noto Sans JP"/>
              <a:cs typeface="Noto Sans JP"/>
              <a:sym typeface="Noto Sans JP"/>
            </a:endParaRPr>
          </a:p>
        </p:txBody>
      </p:sp>
      <p:pic>
        <p:nvPicPr>
          <p:cNvPr id="580" name="Google Shape;580;p40"/>
          <p:cNvPicPr preferRelativeResize="0"/>
          <p:nvPr/>
        </p:nvPicPr>
        <p:blipFill>
          <a:blip r:embed="rId3">
            <a:alphaModFix/>
          </a:blip>
          <a:stretch>
            <a:fillRect/>
          </a:stretch>
        </p:blipFill>
        <p:spPr>
          <a:xfrm>
            <a:off x="5478525" y="2452048"/>
            <a:ext cx="102125" cy="133422"/>
          </a:xfrm>
          <a:prstGeom prst="rect">
            <a:avLst/>
          </a:prstGeom>
          <a:noFill/>
          <a:ln>
            <a:noFill/>
          </a:ln>
        </p:spPr>
      </p:pic>
      <p:pic>
        <p:nvPicPr>
          <p:cNvPr id="581" name="Google Shape;581;p40"/>
          <p:cNvPicPr preferRelativeResize="0"/>
          <p:nvPr/>
        </p:nvPicPr>
        <p:blipFill>
          <a:blip r:embed="rId3">
            <a:alphaModFix/>
          </a:blip>
          <a:stretch>
            <a:fillRect/>
          </a:stretch>
        </p:blipFill>
        <p:spPr>
          <a:xfrm>
            <a:off x="5478525" y="4218211"/>
            <a:ext cx="102125" cy="133422"/>
          </a:xfrm>
          <a:prstGeom prst="rect">
            <a:avLst/>
          </a:prstGeom>
          <a:noFill/>
          <a:ln>
            <a:noFill/>
          </a:ln>
        </p:spPr>
      </p:pic>
      <p:sp>
        <p:nvSpPr>
          <p:cNvPr id="582" name="Google Shape;582;p40"/>
          <p:cNvSpPr txBox="1"/>
          <p:nvPr/>
        </p:nvSpPr>
        <p:spPr>
          <a:xfrm>
            <a:off x="2737090" y="814176"/>
            <a:ext cx="6573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Input (PIC)</a:t>
            </a:r>
            <a:endParaRPr b="1" sz="800">
              <a:solidFill>
                <a:schemeClr val="lt1"/>
              </a:solidFill>
              <a:latin typeface="Noto Sans JP"/>
              <a:ea typeface="Noto Sans JP"/>
              <a:cs typeface="Noto Sans JP"/>
              <a:sym typeface="Noto Sans JP"/>
            </a:endParaRPr>
          </a:p>
        </p:txBody>
      </p:sp>
      <p:sp>
        <p:nvSpPr>
          <p:cNvPr id="583" name="Google Shape;583;p40"/>
          <p:cNvSpPr txBox="1"/>
          <p:nvPr/>
        </p:nvSpPr>
        <p:spPr>
          <a:xfrm>
            <a:off x="5703977" y="814176"/>
            <a:ext cx="7638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Output (PIC)</a:t>
            </a:r>
            <a:endParaRPr b="1" sz="800">
              <a:solidFill>
                <a:schemeClr val="lt1"/>
              </a:solidFill>
              <a:latin typeface="Noto Sans JP"/>
              <a:ea typeface="Noto Sans JP"/>
              <a:cs typeface="Noto Sans JP"/>
              <a:sym typeface="Noto Sans JP"/>
            </a:endParaRPr>
          </a:p>
        </p:txBody>
      </p:sp>
      <p:sp>
        <p:nvSpPr>
          <p:cNvPr id="584" name="Google Shape;584;p40"/>
          <p:cNvSpPr txBox="1"/>
          <p:nvPr/>
        </p:nvSpPr>
        <p:spPr>
          <a:xfrm>
            <a:off x="452163" y="814176"/>
            <a:ext cx="657300" cy="123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Process</a:t>
            </a:r>
            <a:endParaRPr b="1" sz="800">
              <a:solidFill>
                <a:schemeClr val="lt1"/>
              </a:solidFill>
              <a:latin typeface="Noto Sans JP"/>
              <a:ea typeface="Noto Sans JP"/>
              <a:cs typeface="Noto Sans JP"/>
              <a:sym typeface="Noto Sans JP"/>
            </a:endParaRPr>
          </a:p>
        </p:txBody>
      </p:sp>
      <p:cxnSp>
        <p:nvCxnSpPr>
          <p:cNvPr id="585" name="Google Shape;585;p40"/>
          <p:cNvCxnSpPr/>
          <p:nvPr/>
        </p:nvCxnSpPr>
        <p:spPr>
          <a:xfrm>
            <a:off x="452175" y="1026816"/>
            <a:ext cx="2072400" cy="0"/>
          </a:xfrm>
          <a:prstGeom prst="straightConnector1">
            <a:avLst/>
          </a:prstGeom>
          <a:noFill/>
          <a:ln cap="flat" cmpd="sng" w="9525">
            <a:solidFill>
              <a:srgbClr val="D9D9D9"/>
            </a:solidFill>
            <a:prstDash val="solid"/>
            <a:round/>
            <a:headEnd len="med" w="med" type="none"/>
            <a:tailEnd len="med" w="med" type="none"/>
          </a:ln>
        </p:spPr>
      </p:cxnSp>
      <p:cxnSp>
        <p:nvCxnSpPr>
          <p:cNvPr id="586" name="Google Shape;586;p40"/>
          <p:cNvCxnSpPr/>
          <p:nvPr/>
        </p:nvCxnSpPr>
        <p:spPr>
          <a:xfrm>
            <a:off x="2737100" y="1026816"/>
            <a:ext cx="2594700" cy="0"/>
          </a:xfrm>
          <a:prstGeom prst="straightConnector1">
            <a:avLst/>
          </a:prstGeom>
          <a:noFill/>
          <a:ln cap="flat" cmpd="sng" w="9525">
            <a:solidFill>
              <a:srgbClr val="D9D9D9"/>
            </a:solidFill>
            <a:prstDash val="solid"/>
            <a:round/>
            <a:headEnd len="med" w="med" type="none"/>
            <a:tailEnd len="med" w="med" type="none"/>
          </a:ln>
        </p:spPr>
      </p:cxnSp>
      <p:cxnSp>
        <p:nvCxnSpPr>
          <p:cNvPr id="587" name="Google Shape;587;p40"/>
          <p:cNvCxnSpPr/>
          <p:nvPr/>
        </p:nvCxnSpPr>
        <p:spPr>
          <a:xfrm>
            <a:off x="5703975" y="1026816"/>
            <a:ext cx="2594700" cy="0"/>
          </a:xfrm>
          <a:prstGeom prst="straightConnector1">
            <a:avLst/>
          </a:prstGeom>
          <a:noFill/>
          <a:ln cap="flat" cmpd="sng" w="9525">
            <a:solidFill>
              <a:srgbClr val="D9D9D9"/>
            </a:solidFill>
            <a:prstDash val="solid"/>
            <a:round/>
            <a:headEnd len="med" w="med" type="none"/>
            <a:tailEnd len="med" w="med" type="none"/>
          </a:ln>
        </p:spPr>
      </p:cxnSp>
      <p:sp>
        <p:nvSpPr>
          <p:cNvPr id="588" name="Google Shape;588;p40"/>
          <p:cNvSpPr/>
          <p:nvPr/>
        </p:nvSpPr>
        <p:spPr>
          <a:xfrm>
            <a:off x="2737091" y="3072117"/>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0"/>
          <p:cNvSpPr txBox="1"/>
          <p:nvPr/>
        </p:nvSpPr>
        <p:spPr>
          <a:xfrm>
            <a:off x="2890981" y="3172917"/>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ja" sz="1000">
                <a:solidFill>
                  <a:schemeClr val="accent3"/>
                </a:solidFill>
                <a:latin typeface="Noto Sans JP"/>
                <a:ea typeface="Noto Sans JP"/>
                <a:cs typeface="Noto Sans JP"/>
                <a:sym typeface="Noto Sans JP"/>
              </a:rPr>
              <a:t>テスト計画書</a:t>
            </a:r>
            <a:endParaRPr b="1" sz="1000">
              <a:solidFill>
                <a:schemeClr val="accent3"/>
              </a:solidFill>
              <a:latin typeface="Noto Sans JP"/>
              <a:ea typeface="Noto Sans JP"/>
              <a:cs typeface="Noto Sans JP"/>
              <a:sym typeface="Noto Sans JP"/>
            </a:endParaRPr>
          </a:p>
        </p:txBody>
      </p:sp>
      <p:sp>
        <p:nvSpPr>
          <p:cNvPr id="590" name="Google Shape;590;p40"/>
          <p:cNvSpPr txBox="1"/>
          <p:nvPr/>
        </p:nvSpPr>
        <p:spPr>
          <a:xfrm>
            <a:off x="4108738" y="3188367"/>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PM Okada</a:t>
            </a:r>
            <a:endParaRPr b="1" sz="1000">
              <a:solidFill>
                <a:schemeClr val="lt1"/>
              </a:solidFill>
              <a:latin typeface="Noto Sans JP"/>
              <a:ea typeface="Noto Sans JP"/>
              <a:cs typeface="Noto Sans JP"/>
              <a:sym typeface="Noto Sans JP"/>
            </a:endParaRPr>
          </a:p>
        </p:txBody>
      </p:sp>
      <p:sp>
        <p:nvSpPr>
          <p:cNvPr id="591" name="Google Shape;591;p40"/>
          <p:cNvSpPr txBox="1"/>
          <p:nvPr/>
        </p:nvSpPr>
        <p:spPr>
          <a:xfrm>
            <a:off x="735003" y="2427205"/>
            <a:ext cx="1848900" cy="169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1100">
                <a:solidFill>
                  <a:schemeClr val="lt1"/>
                </a:solidFill>
                <a:latin typeface="Noto Sans JP"/>
                <a:ea typeface="Noto Sans JP"/>
                <a:cs typeface="Noto Sans JP"/>
                <a:sym typeface="Noto Sans JP"/>
              </a:rPr>
              <a:t>コーディング</a:t>
            </a:r>
            <a:endParaRPr b="1" sz="1100">
              <a:solidFill>
                <a:schemeClr val="lt1"/>
              </a:solidFill>
              <a:latin typeface="Noto Sans JP"/>
              <a:ea typeface="Noto Sans JP"/>
              <a:cs typeface="Noto Sans JP"/>
              <a:sym typeface="Noto Sans JP"/>
            </a:endParaRPr>
          </a:p>
        </p:txBody>
      </p:sp>
      <p:sp>
        <p:nvSpPr>
          <p:cNvPr id="592" name="Google Shape;592;p40"/>
          <p:cNvSpPr/>
          <p:nvPr/>
        </p:nvSpPr>
        <p:spPr>
          <a:xfrm>
            <a:off x="5703966" y="3278699"/>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0"/>
          <p:cNvSpPr txBox="1"/>
          <p:nvPr/>
        </p:nvSpPr>
        <p:spPr>
          <a:xfrm>
            <a:off x="5857856" y="3379499"/>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rPr>
              <a:t>テスト項目書</a:t>
            </a:r>
            <a:endParaRPr b="1" sz="1000">
              <a:solidFill>
                <a:schemeClr val="accent1"/>
              </a:solidFill>
              <a:latin typeface="Noto Sans JP"/>
              <a:ea typeface="Noto Sans JP"/>
              <a:cs typeface="Noto Sans JP"/>
              <a:sym typeface="Noto Sans JP"/>
            </a:endParaRPr>
          </a:p>
        </p:txBody>
      </p:sp>
      <p:sp>
        <p:nvSpPr>
          <p:cNvPr id="594" name="Google Shape;594;p40"/>
          <p:cNvSpPr txBox="1"/>
          <p:nvPr/>
        </p:nvSpPr>
        <p:spPr>
          <a:xfrm>
            <a:off x="7075613" y="3394511"/>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QA Lead Thuy</a:t>
            </a:r>
            <a:endParaRPr b="1" sz="800">
              <a:solidFill>
                <a:schemeClr val="lt1"/>
              </a:solidFill>
              <a:latin typeface="Noto Sans JP"/>
              <a:ea typeface="Noto Sans JP"/>
              <a:cs typeface="Noto Sans JP"/>
              <a:sym typeface="Noto Sans JP"/>
            </a:endParaRPr>
          </a:p>
        </p:txBody>
      </p:sp>
      <p:pic>
        <p:nvPicPr>
          <p:cNvPr id="595" name="Google Shape;595;p40"/>
          <p:cNvPicPr preferRelativeResize="0"/>
          <p:nvPr/>
        </p:nvPicPr>
        <p:blipFill>
          <a:blip r:embed="rId3">
            <a:alphaModFix/>
          </a:blip>
          <a:stretch>
            <a:fillRect/>
          </a:stretch>
        </p:blipFill>
        <p:spPr>
          <a:xfrm>
            <a:off x="5478525" y="3389749"/>
            <a:ext cx="102125" cy="133422"/>
          </a:xfrm>
          <a:prstGeom prst="rect">
            <a:avLst/>
          </a:prstGeom>
          <a:noFill/>
          <a:ln>
            <a:noFill/>
          </a:ln>
        </p:spPr>
      </p:pic>
      <p:sp>
        <p:nvSpPr>
          <p:cNvPr id="596" name="Google Shape;596;p40"/>
          <p:cNvSpPr/>
          <p:nvPr/>
        </p:nvSpPr>
        <p:spPr>
          <a:xfrm>
            <a:off x="5721366" y="2341000"/>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0"/>
          <p:cNvSpPr txBox="1"/>
          <p:nvPr/>
        </p:nvSpPr>
        <p:spPr>
          <a:xfrm>
            <a:off x="5875256" y="2441800"/>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Github branch</a:t>
            </a:r>
            <a:endParaRPr b="1" sz="1000">
              <a:solidFill>
                <a:schemeClr val="accent1"/>
              </a:solidFill>
              <a:latin typeface="Noto Sans JP"/>
              <a:ea typeface="Noto Sans JP"/>
              <a:cs typeface="Noto Sans JP"/>
              <a:sym typeface="Noto Sans JP"/>
            </a:endParaRPr>
          </a:p>
        </p:txBody>
      </p:sp>
      <p:sp>
        <p:nvSpPr>
          <p:cNvPr id="598" name="Google Shape;598;p40"/>
          <p:cNvSpPr txBox="1"/>
          <p:nvPr/>
        </p:nvSpPr>
        <p:spPr>
          <a:xfrm>
            <a:off x="7093013" y="2457250"/>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Tech Lead Thang</a:t>
            </a:r>
            <a:endParaRPr b="1" sz="800">
              <a:solidFill>
                <a:schemeClr val="lt1"/>
              </a:solidFill>
              <a:latin typeface="Noto Sans JP"/>
              <a:ea typeface="Noto Sans JP"/>
              <a:cs typeface="Noto Sans JP"/>
              <a:sym typeface="Noto Sans JP"/>
            </a:endParaRPr>
          </a:p>
        </p:txBody>
      </p:sp>
      <p:sp>
        <p:nvSpPr>
          <p:cNvPr id="599" name="Google Shape;599;p40"/>
          <p:cNvSpPr/>
          <p:nvPr/>
        </p:nvSpPr>
        <p:spPr>
          <a:xfrm>
            <a:off x="2734091" y="3469987"/>
            <a:ext cx="2600700" cy="3555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0"/>
          <p:cNvSpPr txBox="1"/>
          <p:nvPr/>
        </p:nvSpPr>
        <p:spPr>
          <a:xfrm>
            <a:off x="2887981" y="3570787"/>
            <a:ext cx="1579200" cy="153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ja" sz="1000">
                <a:solidFill>
                  <a:schemeClr val="accent3"/>
                </a:solidFill>
                <a:latin typeface="Noto Sans JP"/>
                <a:ea typeface="Noto Sans JP"/>
                <a:cs typeface="Noto Sans JP"/>
                <a:sym typeface="Noto Sans JP"/>
              </a:rPr>
              <a:t>画面</a:t>
            </a:r>
            <a:r>
              <a:rPr b="1" lang="ja" sz="1000">
                <a:solidFill>
                  <a:schemeClr val="accent3"/>
                </a:solidFill>
                <a:latin typeface="Noto Sans JP"/>
                <a:ea typeface="Noto Sans JP"/>
                <a:cs typeface="Noto Sans JP"/>
                <a:sym typeface="Noto Sans JP"/>
              </a:rPr>
              <a:t>設計</a:t>
            </a:r>
            <a:r>
              <a:rPr b="1" lang="ja" sz="1000">
                <a:solidFill>
                  <a:schemeClr val="accent3"/>
                </a:solidFill>
                <a:latin typeface="Noto Sans JP"/>
                <a:ea typeface="Noto Sans JP"/>
                <a:cs typeface="Noto Sans JP"/>
                <a:sym typeface="Noto Sans JP"/>
              </a:rPr>
              <a:t>書</a:t>
            </a:r>
            <a:endParaRPr b="1" sz="1000">
              <a:solidFill>
                <a:schemeClr val="accent3"/>
              </a:solidFill>
              <a:latin typeface="Noto Sans JP"/>
              <a:ea typeface="Noto Sans JP"/>
              <a:cs typeface="Noto Sans JP"/>
              <a:sym typeface="Noto Sans JP"/>
            </a:endParaRPr>
          </a:p>
        </p:txBody>
      </p:sp>
      <p:sp>
        <p:nvSpPr>
          <p:cNvPr id="601" name="Google Shape;601;p40"/>
          <p:cNvSpPr txBox="1"/>
          <p:nvPr/>
        </p:nvSpPr>
        <p:spPr>
          <a:xfrm>
            <a:off x="4105738" y="3586237"/>
            <a:ext cx="1102500" cy="1230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None/>
            </a:pPr>
            <a:r>
              <a:rPr b="1" lang="ja" sz="800">
                <a:solidFill>
                  <a:schemeClr val="lt1"/>
                </a:solidFill>
                <a:latin typeface="Noto Sans JP"/>
                <a:ea typeface="Noto Sans JP"/>
                <a:cs typeface="Noto Sans JP"/>
                <a:sym typeface="Noto Sans JP"/>
              </a:rPr>
              <a:t>BrSE Linh</a:t>
            </a:r>
            <a:endParaRPr b="1" sz="1000">
              <a:solidFill>
                <a:schemeClr val="lt1"/>
              </a:solidFill>
              <a:latin typeface="Noto Sans JP"/>
              <a:ea typeface="Noto Sans JP"/>
              <a:cs typeface="Noto Sans JP"/>
              <a:sym typeface="Noto Sans JP"/>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1"/>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Communication</a:t>
            </a:r>
            <a:endParaRPr/>
          </a:p>
        </p:txBody>
      </p:sp>
      <p:sp>
        <p:nvSpPr>
          <p:cNvPr id="607" name="Google Shape;607;p41"/>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Development Process ｜ </a:t>
            </a:r>
            <a:r>
              <a:rPr lang="ja">
                <a:solidFill>
                  <a:schemeClr val="accent1"/>
                </a:solidFill>
              </a:rPr>
              <a:t>チームでのコミュニケーションについて</a:t>
            </a:r>
            <a:endParaRPr>
              <a:solidFill>
                <a:schemeClr val="accent1"/>
              </a:solidFill>
            </a:endParaRPr>
          </a:p>
        </p:txBody>
      </p:sp>
      <p:graphicFrame>
        <p:nvGraphicFramePr>
          <p:cNvPr id="608" name="Google Shape;608;p41"/>
          <p:cNvGraphicFramePr/>
          <p:nvPr/>
        </p:nvGraphicFramePr>
        <p:xfrm>
          <a:off x="450000" y="1107025"/>
          <a:ext cx="3000000" cy="3000000"/>
        </p:xfrm>
        <a:graphic>
          <a:graphicData uri="http://schemas.openxmlformats.org/drawingml/2006/table">
            <a:tbl>
              <a:tblPr>
                <a:noFill/>
                <a:tableStyleId>{8F216753-BB0D-48B7-8646-87B62376C550}</a:tableStyleId>
              </a:tblPr>
              <a:tblGrid>
                <a:gridCol w="2070000"/>
                <a:gridCol w="2213200"/>
                <a:gridCol w="1732475"/>
                <a:gridCol w="2264325"/>
              </a:tblGrid>
              <a:tr h="571600">
                <a:tc>
                  <a:txBody>
                    <a:bodyPr/>
                    <a:lstStyle/>
                    <a:p>
                      <a:pPr indent="0" lvl="0" marL="0" rtl="0" algn="l">
                        <a:spcBef>
                          <a:spcPts val="0"/>
                        </a:spcBef>
                        <a:spcAft>
                          <a:spcPts val="0"/>
                        </a:spcAft>
                        <a:buNone/>
                      </a:pPr>
                      <a:r>
                        <a:rPr b="1" lang="ja" sz="800"/>
                        <a:t>目的</a:t>
                      </a:r>
                      <a:endParaRPr b="1" sz="8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t>形式・日時・頻度</a:t>
                      </a:r>
                      <a:endParaRPr b="1" sz="8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t>PIC</a:t>
                      </a:r>
                      <a:endParaRPr b="1" sz="8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dk1"/>
                          </a:solidFill>
                        </a:rPr>
                        <a:t>コンテンツ</a:t>
                      </a:r>
                      <a:endParaRPr b="1" sz="8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r>
              <a:tr h="660975">
                <a:tc>
                  <a:txBody>
                    <a:bodyPr/>
                    <a:lstStyle/>
                    <a:p>
                      <a:pPr indent="0" lvl="0" marL="0" rtl="0" algn="l">
                        <a:spcBef>
                          <a:spcPts val="0"/>
                        </a:spcBef>
                        <a:spcAft>
                          <a:spcPts val="0"/>
                        </a:spcAft>
                        <a:buNone/>
                      </a:pPr>
                      <a:r>
                        <a:rPr b="1" lang="ja" sz="1000"/>
                        <a:t>スプリントプランニング</a:t>
                      </a:r>
                      <a:endParaRPr b="1" sz="1000"/>
                    </a:p>
                  </a:txBody>
                  <a:tcPr marT="90000"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MTG</a:t>
                      </a:r>
                      <a:endParaRPr b="1" sz="1000"/>
                    </a:p>
                    <a:p>
                      <a:pPr indent="0" lvl="0" marL="0" rtl="0" algn="l">
                        <a:lnSpc>
                          <a:spcPct val="115000"/>
                        </a:lnSpc>
                        <a:spcBef>
                          <a:spcPts val="0"/>
                        </a:spcBef>
                        <a:spcAft>
                          <a:spcPts val="0"/>
                        </a:spcAft>
                        <a:buNone/>
                      </a:pPr>
                      <a:r>
                        <a:rPr b="1" lang="ja" sz="1000">
                          <a:solidFill>
                            <a:schemeClr val="accent3"/>
                          </a:solidFill>
                        </a:rPr>
                        <a:t>スプリント開始の3営業日前</a:t>
                      </a:r>
                      <a:endParaRPr b="1" sz="1000">
                        <a:solidFill>
                          <a:schemeClr val="accent3"/>
                        </a:solidFill>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PSM</a:t>
                      </a:r>
                      <a:endParaRPr sz="1000"/>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次スプリントでの開発内容</a:t>
                      </a:r>
                      <a:endParaRPr sz="1000"/>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60975">
                <a:tc>
                  <a:txBody>
                    <a:bodyPr/>
                    <a:lstStyle/>
                    <a:p>
                      <a:pPr indent="0" lvl="0" marL="0" rtl="0" algn="l">
                        <a:spcBef>
                          <a:spcPts val="0"/>
                        </a:spcBef>
                        <a:spcAft>
                          <a:spcPts val="0"/>
                        </a:spcAft>
                        <a:buNone/>
                      </a:pPr>
                      <a:r>
                        <a:rPr b="1" lang="ja" sz="1000"/>
                        <a:t>開発定例</a:t>
                      </a:r>
                      <a:endParaRPr b="1" sz="10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MTG</a:t>
                      </a:r>
                      <a:endParaRPr b="1" sz="1000"/>
                    </a:p>
                    <a:p>
                      <a:pPr indent="0" lvl="0" marL="0" rtl="0" algn="l">
                        <a:lnSpc>
                          <a:spcPct val="115000"/>
                        </a:lnSpc>
                        <a:spcBef>
                          <a:spcPts val="0"/>
                        </a:spcBef>
                        <a:spcAft>
                          <a:spcPts val="0"/>
                        </a:spcAft>
                        <a:buNone/>
                      </a:pPr>
                      <a:r>
                        <a:rPr b="1" lang="ja" sz="1000">
                          <a:solidFill>
                            <a:schemeClr val="accent3"/>
                          </a:solidFill>
                        </a:rPr>
                        <a:t>毎週金曜日</a:t>
                      </a:r>
                      <a:endParaRPr b="1" sz="1000">
                        <a:solidFill>
                          <a:schemeClr val="accent3"/>
                        </a:solidFill>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PM, BrSE</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開発進捗情報</a:t>
                      </a:r>
                      <a:endParaRPr sz="1000"/>
                    </a:p>
                    <a:p>
                      <a:pPr indent="0" lvl="0" marL="0" rtl="0" algn="l">
                        <a:lnSpc>
                          <a:spcPct val="115000"/>
                        </a:lnSpc>
                        <a:spcBef>
                          <a:spcPts val="0"/>
                        </a:spcBef>
                        <a:spcAft>
                          <a:spcPts val="0"/>
                        </a:spcAft>
                        <a:buNone/>
                      </a:pPr>
                      <a:r>
                        <a:rPr lang="ja" sz="1000"/>
                        <a:t>現在の課題</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60975">
                <a:tc>
                  <a:txBody>
                    <a:bodyPr/>
                    <a:lstStyle/>
                    <a:p>
                      <a:pPr indent="0" lvl="0" marL="0" rtl="0" algn="l">
                        <a:spcBef>
                          <a:spcPts val="0"/>
                        </a:spcBef>
                        <a:spcAft>
                          <a:spcPts val="0"/>
                        </a:spcAft>
                        <a:buNone/>
                      </a:pPr>
                      <a:r>
                        <a:rPr b="1" lang="ja" sz="1000"/>
                        <a:t>技術的 / 仕様 / 挙動の相談</a:t>
                      </a:r>
                      <a:endParaRPr b="1" sz="10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Slack</a:t>
                      </a:r>
                      <a:endParaRPr b="1" sz="1000"/>
                    </a:p>
                    <a:p>
                      <a:pPr indent="0" lvl="0" marL="0" rtl="0" algn="l">
                        <a:lnSpc>
                          <a:spcPct val="115000"/>
                        </a:lnSpc>
                        <a:spcBef>
                          <a:spcPts val="0"/>
                        </a:spcBef>
                        <a:spcAft>
                          <a:spcPts val="0"/>
                        </a:spcAft>
                        <a:buNone/>
                      </a:pPr>
                      <a:r>
                        <a:rPr b="1" lang="ja" sz="1000">
                          <a:solidFill>
                            <a:schemeClr val="accent3"/>
                          </a:solidFill>
                        </a:rPr>
                        <a:t>#dev_tech_discussion</a:t>
                      </a:r>
                      <a:endParaRPr b="1" sz="1000">
                        <a:solidFill>
                          <a:schemeClr val="accent3"/>
                        </a:solidFill>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Tech Lead, BrE, PM</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b="1"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60975">
                <a:tc>
                  <a:txBody>
                    <a:bodyPr/>
                    <a:lstStyle/>
                    <a:p>
                      <a:pPr indent="0" lvl="0" marL="0" rtl="0" algn="l">
                        <a:spcBef>
                          <a:spcPts val="0"/>
                        </a:spcBef>
                        <a:spcAft>
                          <a:spcPts val="0"/>
                        </a:spcAft>
                        <a:buNone/>
                      </a:pPr>
                      <a:r>
                        <a:rPr b="1" lang="ja" sz="1000"/>
                        <a:t>本番リリース判定</a:t>
                      </a:r>
                      <a:endParaRPr b="1" sz="1000"/>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t>MTG</a:t>
                      </a:r>
                      <a:endParaRPr b="1" sz="1000"/>
                    </a:p>
                    <a:p>
                      <a:pPr indent="0" lvl="0" marL="0" rtl="0" algn="l">
                        <a:lnSpc>
                          <a:spcPct val="115000"/>
                        </a:lnSpc>
                        <a:spcBef>
                          <a:spcPts val="0"/>
                        </a:spcBef>
                        <a:spcAft>
                          <a:spcPts val="0"/>
                        </a:spcAft>
                        <a:buNone/>
                      </a:pPr>
                      <a:r>
                        <a:rPr b="1" lang="ja" sz="1000">
                          <a:solidFill>
                            <a:schemeClr val="accent3"/>
                          </a:solidFill>
                        </a:rPr>
                        <a:t>リリース予定日の2週間前</a:t>
                      </a:r>
                      <a:endParaRPr b="1" sz="1000">
                        <a:solidFill>
                          <a:schemeClr val="accent3"/>
                        </a:solidFill>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PO, PM, PSM</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1000"/>
                        <a:t>次回本番リリース内容</a:t>
                      </a:r>
                      <a:endParaRPr sz="1000"/>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chemeClr val="dk2">
                          <a:alpha val="0"/>
                        </a:scheme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2"/>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Project Choices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3"/>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Things to Respect </a:t>
            </a:r>
            <a:endParaRPr/>
          </a:p>
        </p:txBody>
      </p:sp>
      <p:sp>
        <p:nvSpPr>
          <p:cNvPr id="619" name="Google Shape;619;p43"/>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Choices ｜ </a:t>
            </a:r>
            <a:r>
              <a:rPr lang="ja">
                <a:solidFill>
                  <a:schemeClr val="accent1"/>
                </a:solidFill>
              </a:rPr>
              <a:t>プロジェクトで守るべき要件</a:t>
            </a:r>
            <a:endParaRPr/>
          </a:p>
        </p:txBody>
      </p:sp>
      <p:sp>
        <p:nvSpPr>
          <p:cNvPr id="620" name="Google Shape;620;p43"/>
          <p:cNvSpPr/>
          <p:nvPr/>
        </p:nvSpPr>
        <p:spPr>
          <a:xfrm>
            <a:off x="46276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3"/>
          <p:cNvSpPr txBox="1"/>
          <p:nvPr/>
        </p:nvSpPr>
        <p:spPr>
          <a:xfrm>
            <a:off x="4791650" y="1586700"/>
            <a:ext cx="1668600" cy="8400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単体テストや回帰テストを自動化</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各マイルストーンごとにコードレビューやデザインレビューを実施</a:t>
            </a:r>
            <a:endParaRPr sz="900">
              <a:solidFill>
                <a:schemeClr val="dk1"/>
              </a:solidFill>
              <a:latin typeface="Noto Sans JP"/>
              <a:ea typeface="Noto Sans JP"/>
              <a:cs typeface="Noto Sans JP"/>
              <a:sym typeface="Noto Sans JP"/>
            </a:endParaRPr>
          </a:p>
        </p:txBody>
      </p:sp>
      <p:cxnSp>
        <p:nvCxnSpPr>
          <p:cNvPr id="622" name="Google Shape;622;p43"/>
          <p:cNvCxnSpPr/>
          <p:nvPr/>
        </p:nvCxnSpPr>
        <p:spPr>
          <a:xfrm>
            <a:off x="48198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23" name="Google Shape;623;p43"/>
          <p:cNvSpPr txBox="1"/>
          <p:nvPr/>
        </p:nvSpPr>
        <p:spPr>
          <a:xfrm>
            <a:off x="4791650" y="3731288"/>
            <a:ext cx="1668600" cy="4065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重要な機能は、ターゲットユーザーを対象にしたユーザーテストを行うか検討</a:t>
            </a:r>
            <a:endParaRPr sz="800">
              <a:solidFill>
                <a:schemeClr val="lt1"/>
              </a:solidFill>
              <a:latin typeface="Noto Sans JP"/>
              <a:ea typeface="Noto Sans JP"/>
              <a:cs typeface="Noto Sans JP"/>
              <a:sym typeface="Noto Sans JP"/>
            </a:endParaRPr>
          </a:p>
        </p:txBody>
      </p:sp>
      <p:sp>
        <p:nvSpPr>
          <p:cNvPr id="624" name="Google Shape;624;p43"/>
          <p:cNvSpPr txBox="1"/>
          <p:nvPr/>
        </p:nvSpPr>
        <p:spPr>
          <a:xfrm>
            <a:off x="48267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Quality</a:t>
            </a:r>
            <a:endParaRPr b="1" sz="900">
              <a:solidFill>
                <a:schemeClr val="lt1"/>
              </a:solidFill>
              <a:latin typeface="Noto Sans JP"/>
              <a:ea typeface="Noto Sans JP"/>
              <a:cs typeface="Noto Sans JP"/>
              <a:sym typeface="Noto Sans JP"/>
            </a:endParaRPr>
          </a:p>
        </p:txBody>
      </p:sp>
      <p:sp>
        <p:nvSpPr>
          <p:cNvPr id="625" name="Google Shape;625;p43"/>
          <p:cNvSpPr txBox="1"/>
          <p:nvPr/>
        </p:nvSpPr>
        <p:spPr>
          <a:xfrm>
            <a:off x="4808194" y="3546513"/>
            <a:ext cx="16521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（決まってないこと）</a:t>
            </a:r>
            <a:endParaRPr sz="900">
              <a:solidFill>
                <a:schemeClr val="lt1"/>
              </a:solidFill>
              <a:latin typeface="Noto Sans JP"/>
              <a:ea typeface="Noto Sans JP"/>
              <a:cs typeface="Noto Sans JP"/>
              <a:sym typeface="Noto Sans JP"/>
            </a:endParaRPr>
          </a:p>
        </p:txBody>
      </p:sp>
      <p:sp>
        <p:nvSpPr>
          <p:cNvPr id="626" name="Google Shape;626;p43"/>
          <p:cNvSpPr txBox="1"/>
          <p:nvPr/>
        </p:nvSpPr>
        <p:spPr>
          <a:xfrm>
            <a:off x="4826750" y="1186375"/>
            <a:ext cx="1652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少ない欠陥</a:t>
            </a:r>
            <a:endParaRPr b="1" sz="1100">
              <a:solidFill>
                <a:schemeClr val="lt1"/>
              </a:solidFill>
              <a:latin typeface="Noto Sans JP"/>
              <a:ea typeface="Noto Sans JP"/>
              <a:cs typeface="Noto Sans JP"/>
              <a:sym typeface="Noto Sans JP"/>
            </a:endParaRPr>
          </a:p>
        </p:txBody>
      </p:sp>
      <p:sp>
        <p:nvSpPr>
          <p:cNvPr id="627" name="Google Shape;627;p43"/>
          <p:cNvSpPr/>
          <p:nvPr/>
        </p:nvSpPr>
        <p:spPr>
          <a:xfrm>
            <a:off x="25388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3"/>
          <p:cNvSpPr txBox="1"/>
          <p:nvPr/>
        </p:nvSpPr>
        <p:spPr>
          <a:xfrm>
            <a:off x="2702850" y="1586700"/>
            <a:ext cx="1668600" cy="12228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低コストのツール</a:t>
            </a:r>
            <a:r>
              <a:rPr lang="ja" sz="900">
                <a:solidFill>
                  <a:schemeClr val="dk1"/>
                </a:solidFill>
                <a:latin typeface="Noto Sans JP"/>
                <a:ea typeface="Noto Sans JP"/>
                <a:cs typeface="Noto Sans JP"/>
                <a:sym typeface="Noto Sans JP"/>
              </a:rPr>
              <a:t>を優先して使用</a:t>
            </a:r>
            <a:r>
              <a:rPr lang="ja" sz="900">
                <a:solidFill>
                  <a:schemeClr val="dk1"/>
                </a:solidFill>
                <a:latin typeface="Noto Sans JP"/>
                <a:ea typeface="Noto Sans JP"/>
                <a:cs typeface="Noto Sans JP"/>
                <a:sym typeface="Noto Sans JP"/>
              </a:rPr>
              <a:t>（例: Figma、Notionなど）</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高価なツールを導入する場合はROIを明確にする</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再利用可能なコンポーネントやモジュールを設計</a:t>
            </a:r>
            <a:endParaRPr sz="900">
              <a:solidFill>
                <a:schemeClr val="dk1"/>
              </a:solidFill>
              <a:latin typeface="Noto Sans JP"/>
              <a:ea typeface="Noto Sans JP"/>
              <a:cs typeface="Noto Sans JP"/>
              <a:sym typeface="Noto Sans JP"/>
            </a:endParaRPr>
          </a:p>
        </p:txBody>
      </p:sp>
      <p:cxnSp>
        <p:nvCxnSpPr>
          <p:cNvPr id="629" name="Google Shape;629;p43"/>
          <p:cNvCxnSpPr/>
          <p:nvPr/>
        </p:nvCxnSpPr>
        <p:spPr>
          <a:xfrm>
            <a:off x="27310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30" name="Google Shape;630;p43"/>
          <p:cNvSpPr txBox="1"/>
          <p:nvPr/>
        </p:nvSpPr>
        <p:spPr>
          <a:xfrm>
            <a:off x="2702850" y="3731288"/>
            <a:ext cx="1668600" cy="2646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外部ベンダーやフリーランスの活用が必要かどうか</a:t>
            </a:r>
            <a:endParaRPr sz="800">
              <a:solidFill>
                <a:schemeClr val="lt1"/>
              </a:solidFill>
              <a:latin typeface="Noto Sans JP"/>
              <a:ea typeface="Noto Sans JP"/>
              <a:cs typeface="Noto Sans JP"/>
              <a:sym typeface="Noto Sans JP"/>
            </a:endParaRPr>
          </a:p>
        </p:txBody>
      </p:sp>
      <p:sp>
        <p:nvSpPr>
          <p:cNvPr id="631" name="Google Shape;631;p43"/>
          <p:cNvSpPr txBox="1"/>
          <p:nvPr/>
        </p:nvSpPr>
        <p:spPr>
          <a:xfrm>
            <a:off x="27379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Cost</a:t>
            </a:r>
            <a:endParaRPr b="1" sz="900">
              <a:solidFill>
                <a:schemeClr val="lt1"/>
              </a:solidFill>
              <a:latin typeface="Noto Sans JP"/>
              <a:ea typeface="Noto Sans JP"/>
              <a:cs typeface="Noto Sans JP"/>
              <a:sym typeface="Noto Sans JP"/>
            </a:endParaRPr>
          </a:p>
        </p:txBody>
      </p:sp>
      <p:sp>
        <p:nvSpPr>
          <p:cNvPr id="632" name="Google Shape;632;p43"/>
          <p:cNvSpPr txBox="1"/>
          <p:nvPr/>
        </p:nvSpPr>
        <p:spPr>
          <a:xfrm>
            <a:off x="2719394" y="3546513"/>
            <a:ext cx="16521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（決まってないこと）</a:t>
            </a:r>
            <a:endParaRPr sz="900">
              <a:solidFill>
                <a:schemeClr val="lt1"/>
              </a:solidFill>
              <a:latin typeface="Noto Sans JP"/>
              <a:ea typeface="Noto Sans JP"/>
              <a:cs typeface="Noto Sans JP"/>
              <a:sym typeface="Noto Sans JP"/>
            </a:endParaRPr>
          </a:p>
        </p:txBody>
      </p:sp>
      <p:sp>
        <p:nvSpPr>
          <p:cNvPr id="633" name="Google Shape;633;p43"/>
          <p:cNvSpPr txBox="1"/>
          <p:nvPr/>
        </p:nvSpPr>
        <p:spPr>
          <a:xfrm>
            <a:off x="2737950" y="1186375"/>
            <a:ext cx="1652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予算内に収める</a:t>
            </a:r>
            <a:endParaRPr b="1" sz="1100">
              <a:solidFill>
                <a:schemeClr val="lt1"/>
              </a:solidFill>
              <a:latin typeface="Noto Sans JP"/>
              <a:ea typeface="Noto Sans JP"/>
              <a:cs typeface="Noto Sans JP"/>
              <a:sym typeface="Noto Sans JP"/>
            </a:endParaRPr>
          </a:p>
        </p:txBody>
      </p:sp>
      <p:sp>
        <p:nvSpPr>
          <p:cNvPr id="634" name="Google Shape;634;p43"/>
          <p:cNvSpPr/>
          <p:nvPr/>
        </p:nvSpPr>
        <p:spPr>
          <a:xfrm>
            <a:off x="4500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3"/>
          <p:cNvSpPr txBox="1"/>
          <p:nvPr/>
        </p:nvSpPr>
        <p:spPr>
          <a:xfrm>
            <a:off x="614050" y="1586700"/>
            <a:ext cx="1668600" cy="10635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リリース前の最終テスト完了期日</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App Store / Google Play Storeの申請期限</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ステークホルダーへのリリース前告知スケジュール</a:t>
            </a:r>
            <a:endParaRPr sz="900">
              <a:solidFill>
                <a:schemeClr val="dk1"/>
              </a:solidFill>
              <a:latin typeface="Noto Sans JP"/>
              <a:ea typeface="Noto Sans JP"/>
              <a:cs typeface="Noto Sans JP"/>
              <a:sym typeface="Noto Sans JP"/>
            </a:endParaRPr>
          </a:p>
        </p:txBody>
      </p:sp>
      <p:cxnSp>
        <p:nvCxnSpPr>
          <p:cNvPr id="636" name="Google Shape;636;p43"/>
          <p:cNvCxnSpPr/>
          <p:nvPr/>
        </p:nvCxnSpPr>
        <p:spPr>
          <a:xfrm>
            <a:off x="6422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37" name="Google Shape;637;p43"/>
          <p:cNvSpPr txBox="1"/>
          <p:nvPr/>
        </p:nvSpPr>
        <p:spPr>
          <a:xfrm>
            <a:off x="614050" y="3731288"/>
            <a:ext cx="1668600" cy="1230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特になし</a:t>
            </a:r>
            <a:endParaRPr sz="800">
              <a:solidFill>
                <a:schemeClr val="lt1"/>
              </a:solidFill>
              <a:latin typeface="Noto Sans JP"/>
              <a:ea typeface="Noto Sans JP"/>
              <a:cs typeface="Noto Sans JP"/>
              <a:sym typeface="Noto Sans JP"/>
            </a:endParaRPr>
          </a:p>
        </p:txBody>
      </p:sp>
      <p:sp>
        <p:nvSpPr>
          <p:cNvPr id="638" name="Google Shape;638;p43"/>
          <p:cNvSpPr txBox="1"/>
          <p:nvPr/>
        </p:nvSpPr>
        <p:spPr>
          <a:xfrm>
            <a:off x="6491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Delivery</a:t>
            </a:r>
            <a:endParaRPr b="1" sz="900">
              <a:solidFill>
                <a:schemeClr val="lt1"/>
              </a:solidFill>
              <a:latin typeface="Noto Sans JP"/>
              <a:ea typeface="Noto Sans JP"/>
              <a:cs typeface="Noto Sans JP"/>
              <a:sym typeface="Noto Sans JP"/>
            </a:endParaRPr>
          </a:p>
        </p:txBody>
      </p:sp>
      <p:sp>
        <p:nvSpPr>
          <p:cNvPr id="639" name="Google Shape;639;p43"/>
          <p:cNvSpPr txBox="1"/>
          <p:nvPr/>
        </p:nvSpPr>
        <p:spPr>
          <a:xfrm>
            <a:off x="630594" y="3546513"/>
            <a:ext cx="16521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（決まってないこと）</a:t>
            </a:r>
            <a:endParaRPr sz="900">
              <a:solidFill>
                <a:schemeClr val="lt1"/>
              </a:solidFill>
              <a:latin typeface="Noto Sans JP"/>
              <a:ea typeface="Noto Sans JP"/>
              <a:cs typeface="Noto Sans JP"/>
              <a:sym typeface="Noto Sans JP"/>
            </a:endParaRPr>
          </a:p>
        </p:txBody>
      </p:sp>
      <p:sp>
        <p:nvSpPr>
          <p:cNvPr id="640" name="Google Shape;640;p43"/>
          <p:cNvSpPr txBox="1"/>
          <p:nvPr/>
        </p:nvSpPr>
        <p:spPr>
          <a:xfrm>
            <a:off x="649150" y="1186375"/>
            <a:ext cx="1652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納期/リリースの厳守</a:t>
            </a:r>
            <a:endParaRPr b="1" sz="1100">
              <a:solidFill>
                <a:schemeClr val="lt1"/>
              </a:solidFill>
              <a:latin typeface="Noto Sans JP"/>
              <a:ea typeface="Noto Sans JP"/>
              <a:cs typeface="Noto Sans JP"/>
              <a:sym typeface="Noto Sans JP"/>
            </a:endParaRPr>
          </a:p>
        </p:txBody>
      </p:sp>
      <p:sp>
        <p:nvSpPr>
          <p:cNvPr id="641" name="Google Shape;641;p43"/>
          <p:cNvSpPr/>
          <p:nvPr/>
        </p:nvSpPr>
        <p:spPr>
          <a:xfrm>
            <a:off x="6716400" y="819675"/>
            <a:ext cx="2013600" cy="3888900"/>
          </a:xfrm>
          <a:prstGeom prst="roundRect">
            <a:avLst>
              <a:gd fmla="val 5603" name="adj"/>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3"/>
          <p:cNvSpPr txBox="1"/>
          <p:nvPr/>
        </p:nvSpPr>
        <p:spPr>
          <a:xfrm>
            <a:off x="6880450" y="1586700"/>
            <a:ext cx="1668600" cy="808800"/>
          </a:xfrm>
          <a:prstGeom prst="rect">
            <a:avLst/>
          </a:prstGeom>
          <a:noFill/>
          <a:ln>
            <a:noFill/>
          </a:ln>
        </p:spPr>
        <p:txBody>
          <a:bodyPr anchorCtr="0" anchor="t" bIns="0" lIns="0" spcFirstLastPara="1" rIns="0" wrap="square" tIns="0">
            <a:spAutoFit/>
          </a:bodyPr>
          <a:lstStyle/>
          <a:p>
            <a:pPr indent="-114751" lvl="0" marL="154800" rtl="0" algn="l">
              <a:lnSpc>
                <a:spcPct val="115000"/>
              </a:lnSpc>
              <a:spcBef>
                <a:spcPts val="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aaaa</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bbbb</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0"/>
              </a:spcAft>
              <a:buClr>
                <a:schemeClr val="dk1"/>
              </a:buClr>
              <a:buSzPts val="900"/>
              <a:buFont typeface="Noto Sans JP"/>
              <a:buChar char="●"/>
            </a:pPr>
            <a:r>
              <a:rPr lang="ja" sz="900">
                <a:solidFill>
                  <a:schemeClr val="dk1"/>
                </a:solidFill>
                <a:latin typeface="Noto Sans JP"/>
                <a:ea typeface="Noto Sans JP"/>
                <a:cs typeface="Noto Sans JP"/>
                <a:sym typeface="Noto Sans JP"/>
              </a:rPr>
              <a:t>cccc</a:t>
            </a:r>
            <a:endParaRPr sz="900">
              <a:solidFill>
                <a:schemeClr val="dk1"/>
              </a:solidFill>
              <a:latin typeface="Noto Sans JP"/>
              <a:ea typeface="Noto Sans JP"/>
              <a:cs typeface="Noto Sans JP"/>
              <a:sym typeface="Noto Sans JP"/>
            </a:endParaRPr>
          </a:p>
          <a:p>
            <a:pPr indent="-114751" lvl="0" marL="154800" rtl="0" algn="l">
              <a:lnSpc>
                <a:spcPct val="115000"/>
              </a:lnSpc>
              <a:spcBef>
                <a:spcPts val="500"/>
              </a:spcBef>
              <a:spcAft>
                <a:spcPts val="500"/>
              </a:spcAft>
              <a:buClr>
                <a:schemeClr val="dk1"/>
              </a:buClr>
              <a:buSzPts val="900"/>
              <a:buFont typeface="Noto Sans JP"/>
              <a:buChar char="●"/>
            </a:pPr>
            <a:r>
              <a:rPr lang="ja" sz="900">
                <a:solidFill>
                  <a:schemeClr val="dk1"/>
                </a:solidFill>
                <a:latin typeface="Noto Sans JP"/>
                <a:ea typeface="Noto Sans JP"/>
                <a:cs typeface="Noto Sans JP"/>
                <a:sym typeface="Noto Sans JP"/>
              </a:rPr>
              <a:t>…</a:t>
            </a:r>
            <a:endParaRPr sz="900">
              <a:solidFill>
                <a:schemeClr val="dk1"/>
              </a:solidFill>
              <a:latin typeface="Noto Sans JP"/>
              <a:ea typeface="Noto Sans JP"/>
              <a:cs typeface="Noto Sans JP"/>
              <a:sym typeface="Noto Sans JP"/>
            </a:endParaRPr>
          </a:p>
        </p:txBody>
      </p:sp>
      <p:cxnSp>
        <p:nvCxnSpPr>
          <p:cNvPr id="643" name="Google Shape;643;p43"/>
          <p:cNvCxnSpPr/>
          <p:nvPr/>
        </p:nvCxnSpPr>
        <p:spPr>
          <a:xfrm>
            <a:off x="6908675" y="3403392"/>
            <a:ext cx="1634700" cy="0"/>
          </a:xfrm>
          <a:prstGeom prst="straightConnector1">
            <a:avLst/>
          </a:prstGeom>
          <a:noFill/>
          <a:ln cap="flat" cmpd="sng" w="9525">
            <a:solidFill>
              <a:srgbClr val="B7B7B7"/>
            </a:solidFill>
            <a:prstDash val="dot"/>
            <a:round/>
            <a:headEnd len="med" w="med" type="none"/>
            <a:tailEnd len="med" w="med" type="none"/>
          </a:ln>
        </p:spPr>
      </p:cxnSp>
      <p:sp>
        <p:nvSpPr>
          <p:cNvPr id="644" name="Google Shape;644;p43"/>
          <p:cNvSpPr txBox="1"/>
          <p:nvPr/>
        </p:nvSpPr>
        <p:spPr>
          <a:xfrm>
            <a:off x="6880450" y="3731288"/>
            <a:ext cx="1668600" cy="264600"/>
          </a:xfrm>
          <a:prstGeom prst="rect">
            <a:avLst/>
          </a:prstGeom>
          <a:noFill/>
          <a:ln>
            <a:noFill/>
          </a:ln>
        </p:spPr>
        <p:txBody>
          <a:bodyPr anchorCtr="0" anchor="t" bIns="0" lIns="0" spcFirstLastPara="1" rIns="0" wrap="square" tIns="0">
            <a:spAutoFit/>
          </a:bodyPr>
          <a:lstStyle/>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aaaa</a:t>
            </a:r>
            <a:endParaRPr sz="800">
              <a:solidFill>
                <a:schemeClr val="lt1"/>
              </a:solidFill>
              <a:latin typeface="Noto Sans JP"/>
              <a:ea typeface="Noto Sans JP"/>
              <a:cs typeface="Noto Sans JP"/>
              <a:sym typeface="Noto Sans JP"/>
            </a:endParaRPr>
          </a:p>
          <a:p>
            <a:pPr indent="-146050" lvl="0" marL="210000" rtl="0" algn="l">
              <a:lnSpc>
                <a:spcPct val="115000"/>
              </a:lnSpc>
              <a:spcBef>
                <a:spcPts val="0"/>
              </a:spcBef>
              <a:spcAft>
                <a:spcPts val="0"/>
              </a:spcAft>
              <a:buClr>
                <a:schemeClr val="lt1"/>
              </a:buClr>
              <a:buSzPts val="800"/>
              <a:buFont typeface="Noto Sans JP"/>
              <a:buChar char="●"/>
            </a:pPr>
            <a:r>
              <a:rPr lang="ja" sz="800">
                <a:solidFill>
                  <a:schemeClr val="lt1"/>
                </a:solidFill>
                <a:latin typeface="Noto Sans JP"/>
                <a:ea typeface="Noto Sans JP"/>
                <a:cs typeface="Noto Sans JP"/>
                <a:sym typeface="Noto Sans JP"/>
              </a:rPr>
              <a:t>bbbb</a:t>
            </a:r>
            <a:endParaRPr sz="800">
              <a:solidFill>
                <a:schemeClr val="lt1"/>
              </a:solidFill>
              <a:latin typeface="Noto Sans JP"/>
              <a:ea typeface="Noto Sans JP"/>
              <a:cs typeface="Noto Sans JP"/>
              <a:sym typeface="Noto Sans JP"/>
            </a:endParaRPr>
          </a:p>
        </p:txBody>
      </p:sp>
      <p:sp>
        <p:nvSpPr>
          <p:cNvPr id="645" name="Google Shape;645;p43"/>
          <p:cNvSpPr txBox="1"/>
          <p:nvPr/>
        </p:nvSpPr>
        <p:spPr>
          <a:xfrm>
            <a:off x="6915550" y="988125"/>
            <a:ext cx="16686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Scope</a:t>
            </a:r>
            <a:endParaRPr b="1" sz="900">
              <a:solidFill>
                <a:schemeClr val="lt1"/>
              </a:solidFill>
              <a:latin typeface="Noto Sans JP"/>
              <a:ea typeface="Noto Sans JP"/>
              <a:cs typeface="Noto Sans JP"/>
              <a:sym typeface="Noto Sans JP"/>
            </a:endParaRPr>
          </a:p>
        </p:txBody>
      </p:sp>
      <p:sp>
        <p:nvSpPr>
          <p:cNvPr id="646" name="Google Shape;646;p43"/>
          <p:cNvSpPr txBox="1"/>
          <p:nvPr/>
        </p:nvSpPr>
        <p:spPr>
          <a:xfrm>
            <a:off x="6896994" y="3546513"/>
            <a:ext cx="16521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ja" sz="900">
                <a:solidFill>
                  <a:schemeClr val="lt1"/>
                </a:solidFill>
                <a:latin typeface="Noto Sans JP"/>
                <a:ea typeface="Noto Sans JP"/>
                <a:cs typeface="Noto Sans JP"/>
                <a:sym typeface="Noto Sans JP"/>
              </a:rPr>
              <a:t>Memo</a:t>
            </a:r>
            <a:r>
              <a:rPr lang="ja" sz="900">
                <a:solidFill>
                  <a:schemeClr val="lt1"/>
                </a:solidFill>
                <a:latin typeface="Noto Sans JP"/>
                <a:ea typeface="Noto Sans JP"/>
                <a:cs typeface="Noto Sans JP"/>
                <a:sym typeface="Noto Sans JP"/>
              </a:rPr>
              <a:t>（決まってないこと）</a:t>
            </a:r>
            <a:endParaRPr sz="900">
              <a:solidFill>
                <a:schemeClr val="lt1"/>
              </a:solidFill>
              <a:latin typeface="Noto Sans JP"/>
              <a:ea typeface="Noto Sans JP"/>
              <a:cs typeface="Noto Sans JP"/>
              <a:sym typeface="Noto Sans JP"/>
            </a:endParaRPr>
          </a:p>
        </p:txBody>
      </p:sp>
      <p:sp>
        <p:nvSpPr>
          <p:cNvPr id="647" name="Google Shape;647;p43"/>
          <p:cNvSpPr txBox="1"/>
          <p:nvPr/>
        </p:nvSpPr>
        <p:spPr>
          <a:xfrm>
            <a:off x="6915550" y="1186375"/>
            <a:ext cx="16521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業務・機能を叶える</a:t>
            </a:r>
            <a:endParaRPr b="1" sz="1100">
              <a:solidFill>
                <a:schemeClr val="lt1"/>
              </a:solidFill>
              <a:latin typeface="Noto Sans JP"/>
              <a:ea typeface="Noto Sans JP"/>
              <a:cs typeface="Noto Sans JP"/>
              <a:sym typeface="Noto Sans J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grpSp>
        <p:nvGrpSpPr>
          <p:cNvPr id="652" name="Google Shape;652;p44"/>
          <p:cNvGrpSpPr/>
          <p:nvPr/>
        </p:nvGrpSpPr>
        <p:grpSpPr>
          <a:xfrm>
            <a:off x="3605138" y="2444525"/>
            <a:ext cx="302425" cy="1722600"/>
            <a:chOff x="1088025" y="2235125"/>
            <a:chExt cx="302425" cy="1722600"/>
          </a:xfrm>
        </p:grpSpPr>
        <p:cxnSp>
          <p:nvCxnSpPr>
            <p:cNvPr id="653" name="Google Shape;653;p44"/>
            <p:cNvCxnSpPr/>
            <p:nvPr/>
          </p:nvCxnSpPr>
          <p:spPr>
            <a:xfrm>
              <a:off x="1239225" y="2235125"/>
              <a:ext cx="0" cy="1722600"/>
            </a:xfrm>
            <a:prstGeom prst="straightConnector1">
              <a:avLst/>
            </a:prstGeom>
            <a:noFill/>
            <a:ln cap="flat" cmpd="sng" w="9525">
              <a:solidFill>
                <a:srgbClr val="666666"/>
              </a:solidFill>
              <a:prstDash val="solid"/>
              <a:round/>
              <a:headEnd len="med" w="med" type="none"/>
              <a:tailEnd len="med" w="med" type="none"/>
            </a:ln>
          </p:spPr>
        </p:cxnSp>
        <p:cxnSp>
          <p:nvCxnSpPr>
            <p:cNvPr id="654" name="Google Shape;654;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5" name="Google Shape;655;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6" name="Google Shape;656;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7" name="Google Shape;657;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8" name="Google Shape;658;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59" name="Google Shape;659;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grpSp>
        <p:nvGrpSpPr>
          <p:cNvPr id="660" name="Google Shape;660;p44"/>
          <p:cNvGrpSpPr/>
          <p:nvPr/>
        </p:nvGrpSpPr>
        <p:grpSpPr>
          <a:xfrm>
            <a:off x="5272438" y="2444525"/>
            <a:ext cx="302425" cy="1722600"/>
            <a:chOff x="1088025" y="2235125"/>
            <a:chExt cx="302425" cy="1722600"/>
          </a:xfrm>
        </p:grpSpPr>
        <p:cxnSp>
          <p:nvCxnSpPr>
            <p:cNvPr id="661" name="Google Shape;661;p44"/>
            <p:cNvCxnSpPr/>
            <p:nvPr/>
          </p:nvCxnSpPr>
          <p:spPr>
            <a:xfrm>
              <a:off x="1239225" y="2235125"/>
              <a:ext cx="0" cy="1722600"/>
            </a:xfrm>
            <a:prstGeom prst="straightConnector1">
              <a:avLst/>
            </a:prstGeom>
            <a:noFill/>
            <a:ln cap="flat" cmpd="sng" w="9525">
              <a:solidFill>
                <a:srgbClr val="666666"/>
              </a:solidFill>
              <a:prstDash val="solid"/>
              <a:round/>
              <a:headEnd len="med" w="med" type="none"/>
              <a:tailEnd len="med" w="med" type="none"/>
            </a:ln>
          </p:spPr>
        </p:cxnSp>
        <p:cxnSp>
          <p:nvCxnSpPr>
            <p:cNvPr id="662" name="Google Shape;662;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3" name="Google Shape;663;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4" name="Google Shape;664;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5" name="Google Shape;665;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6" name="Google Shape;666;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67" name="Google Shape;667;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grpSp>
        <p:nvGrpSpPr>
          <p:cNvPr id="668" name="Google Shape;668;p44"/>
          <p:cNvGrpSpPr/>
          <p:nvPr/>
        </p:nvGrpSpPr>
        <p:grpSpPr>
          <a:xfrm>
            <a:off x="6939725" y="2444525"/>
            <a:ext cx="302425" cy="1722600"/>
            <a:chOff x="1088025" y="2235125"/>
            <a:chExt cx="302425" cy="1722600"/>
          </a:xfrm>
        </p:grpSpPr>
        <p:cxnSp>
          <p:nvCxnSpPr>
            <p:cNvPr id="669" name="Google Shape;669;p44"/>
            <p:cNvCxnSpPr/>
            <p:nvPr/>
          </p:nvCxnSpPr>
          <p:spPr>
            <a:xfrm>
              <a:off x="1239225" y="2235125"/>
              <a:ext cx="0" cy="1722600"/>
            </a:xfrm>
            <a:prstGeom prst="straightConnector1">
              <a:avLst/>
            </a:prstGeom>
            <a:noFill/>
            <a:ln cap="flat" cmpd="sng" w="9525">
              <a:solidFill>
                <a:srgbClr val="666666"/>
              </a:solidFill>
              <a:prstDash val="solid"/>
              <a:round/>
              <a:headEnd len="med" w="med" type="none"/>
              <a:tailEnd len="med" w="med" type="none"/>
            </a:ln>
          </p:spPr>
        </p:cxnSp>
        <p:cxnSp>
          <p:nvCxnSpPr>
            <p:cNvPr id="670" name="Google Shape;670;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1" name="Google Shape;671;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2" name="Google Shape;672;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3" name="Google Shape;673;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4" name="Google Shape;674;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675" name="Google Shape;675;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grpSp>
        <p:nvGrpSpPr>
          <p:cNvPr id="676" name="Google Shape;676;p44"/>
          <p:cNvGrpSpPr/>
          <p:nvPr/>
        </p:nvGrpSpPr>
        <p:grpSpPr>
          <a:xfrm>
            <a:off x="1750941" y="2365675"/>
            <a:ext cx="124200" cy="1883700"/>
            <a:chOff x="901103" y="2156275"/>
            <a:chExt cx="124200" cy="1883700"/>
          </a:xfrm>
        </p:grpSpPr>
        <p:sp>
          <p:nvSpPr>
            <p:cNvPr id="677" name="Google Shape;677;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5</a:t>
              </a:r>
              <a:endParaRPr sz="1000">
                <a:solidFill>
                  <a:srgbClr val="666666"/>
                </a:solidFill>
                <a:latin typeface="Noto Sans JP"/>
                <a:ea typeface="Noto Sans JP"/>
                <a:cs typeface="Noto Sans JP"/>
                <a:sym typeface="Noto Sans JP"/>
              </a:endParaRPr>
            </a:p>
          </p:txBody>
        </p:sp>
        <p:sp>
          <p:nvSpPr>
            <p:cNvPr id="678" name="Google Shape;678;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0</a:t>
              </a:r>
              <a:endParaRPr sz="1000">
                <a:solidFill>
                  <a:srgbClr val="666666"/>
                </a:solidFill>
                <a:latin typeface="Noto Sans JP"/>
                <a:ea typeface="Noto Sans JP"/>
                <a:cs typeface="Noto Sans JP"/>
                <a:sym typeface="Noto Sans JP"/>
              </a:endParaRPr>
            </a:p>
          </p:txBody>
        </p:sp>
        <p:sp>
          <p:nvSpPr>
            <p:cNvPr id="679" name="Google Shape;679;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4</a:t>
              </a:r>
              <a:endParaRPr sz="1000">
                <a:solidFill>
                  <a:srgbClr val="666666"/>
                </a:solidFill>
                <a:latin typeface="Noto Sans JP"/>
                <a:ea typeface="Noto Sans JP"/>
                <a:cs typeface="Noto Sans JP"/>
                <a:sym typeface="Noto Sans JP"/>
              </a:endParaRPr>
            </a:p>
          </p:txBody>
        </p:sp>
        <p:sp>
          <p:nvSpPr>
            <p:cNvPr id="680" name="Google Shape;680;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3</a:t>
              </a:r>
              <a:endParaRPr sz="1000">
                <a:solidFill>
                  <a:srgbClr val="666666"/>
                </a:solidFill>
                <a:latin typeface="Noto Sans JP"/>
                <a:ea typeface="Noto Sans JP"/>
                <a:cs typeface="Noto Sans JP"/>
                <a:sym typeface="Noto Sans JP"/>
              </a:endParaRPr>
            </a:p>
          </p:txBody>
        </p:sp>
        <p:sp>
          <p:nvSpPr>
            <p:cNvPr id="681" name="Google Shape;681;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2</a:t>
              </a:r>
              <a:endParaRPr sz="1000">
                <a:solidFill>
                  <a:srgbClr val="666666"/>
                </a:solidFill>
                <a:latin typeface="Noto Sans JP"/>
                <a:ea typeface="Noto Sans JP"/>
                <a:cs typeface="Noto Sans JP"/>
                <a:sym typeface="Noto Sans JP"/>
              </a:endParaRPr>
            </a:p>
          </p:txBody>
        </p:sp>
        <p:sp>
          <p:nvSpPr>
            <p:cNvPr id="682" name="Google Shape;682;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666666"/>
                  </a:solidFill>
                  <a:latin typeface="Noto Sans JP"/>
                  <a:ea typeface="Noto Sans JP"/>
                  <a:cs typeface="Noto Sans JP"/>
                  <a:sym typeface="Noto Sans JP"/>
                </a:rPr>
                <a:t>1</a:t>
              </a:r>
              <a:endParaRPr sz="1000">
                <a:solidFill>
                  <a:srgbClr val="666666"/>
                </a:solidFill>
                <a:latin typeface="Noto Sans JP"/>
                <a:ea typeface="Noto Sans JP"/>
                <a:cs typeface="Noto Sans JP"/>
                <a:sym typeface="Noto Sans JP"/>
              </a:endParaRPr>
            </a:p>
          </p:txBody>
        </p:sp>
      </p:grpSp>
      <p:grpSp>
        <p:nvGrpSpPr>
          <p:cNvPr id="683" name="Google Shape;683;p44"/>
          <p:cNvGrpSpPr/>
          <p:nvPr/>
        </p:nvGrpSpPr>
        <p:grpSpPr>
          <a:xfrm>
            <a:off x="3425488" y="2365675"/>
            <a:ext cx="124200" cy="1883700"/>
            <a:chOff x="901103" y="2156275"/>
            <a:chExt cx="124200" cy="1883700"/>
          </a:xfrm>
        </p:grpSpPr>
        <p:sp>
          <p:nvSpPr>
            <p:cNvPr id="684" name="Google Shape;684;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5</a:t>
              </a:r>
              <a:endParaRPr sz="1000">
                <a:solidFill>
                  <a:srgbClr val="242424"/>
                </a:solidFill>
                <a:latin typeface="Noto Sans JP"/>
                <a:ea typeface="Noto Sans JP"/>
                <a:cs typeface="Noto Sans JP"/>
                <a:sym typeface="Noto Sans JP"/>
              </a:endParaRPr>
            </a:p>
          </p:txBody>
        </p:sp>
        <p:sp>
          <p:nvSpPr>
            <p:cNvPr id="685" name="Google Shape;685;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0</a:t>
              </a:r>
              <a:endParaRPr sz="1000">
                <a:solidFill>
                  <a:srgbClr val="242424"/>
                </a:solidFill>
                <a:latin typeface="Noto Sans JP"/>
                <a:ea typeface="Noto Sans JP"/>
                <a:cs typeface="Noto Sans JP"/>
                <a:sym typeface="Noto Sans JP"/>
              </a:endParaRPr>
            </a:p>
          </p:txBody>
        </p:sp>
        <p:sp>
          <p:nvSpPr>
            <p:cNvPr id="686" name="Google Shape;686;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4</a:t>
              </a:r>
              <a:endParaRPr sz="1000">
                <a:solidFill>
                  <a:srgbClr val="242424"/>
                </a:solidFill>
                <a:latin typeface="Noto Sans JP"/>
                <a:ea typeface="Noto Sans JP"/>
                <a:cs typeface="Noto Sans JP"/>
                <a:sym typeface="Noto Sans JP"/>
              </a:endParaRPr>
            </a:p>
          </p:txBody>
        </p:sp>
        <p:sp>
          <p:nvSpPr>
            <p:cNvPr id="687" name="Google Shape;687;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3</a:t>
              </a:r>
              <a:endParaRPr sz="1000">
                <a:solidFill>
                  <a:srgbClr val="242424"/>
                </a:solidFill>
                <a:latin typeface="Noto Sans JP"/>
                <a:ea typeface="Noto Sans JP"/>
                <a:cs typeface="Noto Sans JP"/>
                <a:sym typeface="Noto Sans JP"/>
              </a:endParaRPr>
            </a:p>
          </p:txBody>
        </p:sp>
        <p:sp>
          <p:nvSpPr>
            <p:cNvPr id="688" name="Google Shape;688;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2</a:t>
              </a:r>
              <a:endParaRPr sz="1000">
                <a:solidFill>
                  <a:srgbClr val="242424"/>
                </a:solidFill>
                <a:latin typeface="Noto Sans JP"/>
                <a:ea typeface="Noto Sans JP"/>
                <a:cs typeface="Noto Sans JP"/>
                <a:sym typeface="Noto Sans JP"/>
              </a:endParaRPr>
            </a:p>
          </p:txBody>
        </p:sp>
        <p:sp>
          <p:nvSpPr>
            <p:cNvPr id="689" name="Google Shape;689;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1</a:t>
              </a:r>
              <a:endParaRPr sz="1000">
                <a:solidFill>
                  <a:srgbClr val="242424"/>
                </a:solidFill>
                <a:latin typeface="Noto Sans JP"/>
                <a:ea typeface="Noto Sans JP"/>
                <a:cs typeface="Noto Sans JP"/>
                <a:sym typeface="Noto Sans JP"/>
              </a:endParaRPr>
            </a:p>
          </p:txBody>
        </p:sp>
      </p:grpSp>
      <p:grpSp>
        <p:nvGrpSpPr>
          <p:cNvPr id="690" name="Google Shape;690;p44"/>
          <p:cNvGrpSpPr/>
          <p:nvPr/>
        </p:nvGrpSpPr>
        <p:grpSpPr>
          <a:xfrm>
            <a:off x="5100038" y="2365675"/>
            <a:ext cx="124200" cy="1883700"/>
            <a:chOff x="901103" y="2156275"/>
            <a:chExt cx="124200" cy="1883700"/>
          </a:xfrm>
        </p:grpSpPr>
        <p:sp>
          <p:nvSpPr>
            <p:cNvPr id="691" name="Google Shape;691;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5</a:t>
              </a:r>
              <a:endParaRPr sz="1000">
                <a:solidFill>
                  <a:srgbClr val="242424"/>
                </a:solidFill>
                <a:latin typeface="Noto Sans JP"/>
                <a:ea typeface="Noto Sans JP"/>
                <a:cs typeface="Noto Sans JP"/>
                <a:sym typeface="Noto Sans JP"/>
              </a:endParaRPr>
            </a:p>
          </p:txBody>
        </p:sp>
        <p:sp>
          <p:nvSpPr>
            <p:cNvPr id="692" name="Google Shape;692;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0</a:t>
              </a:r>
              <a:endParaRPr sz="1000">
                <a:solidFill>
                  <a:srgbClr val="242424"/>
                </a:solidFill>
                <a:latin typeface="Noto Sans JP"/>
                <a:ea typeface="Noto Sans JP"/>
                <a:cs typeface="Noto Sans JP"/>
                <a:sym typeface="Noto Sans JP"/>
              </a:endParaRPr>
            </a:p>
          </p:txBody>
        </p:sp>
        <p:sp>
          <p:nvSpPr>
            <p:cNvPr id="693" name="Google Shape;693;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4</a:t>
              </a:r>
              <a:endParaRPr sz="1000">
                <a:solidFill>
                  <a:srgbClr val="242424"/>
                </a:solidFill>
                <a:latin typeface="Noto Sans JP"/>
                <a:ea typeface="Noto Sans JP"/>
                <a:cs typeface="Noto Sans JP"/>
                <a:sym typeface="Noto Sans JP"/>
              </a:endParaRPr>
            </a:p>
          </p:txBody>
        </p:sp>
        <p:sp>
          <p:nvSpPr>
            <p:cNvPr id="694" name="Google Shape;694;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3</a:t>
              </a:r>
              <a:endParaRPr sz="1000">
                <a:solidFill>
                  <a:srgbClr val="242424"/>
                </a:solidFill>
                <a:latin typeface="Noto Sans JP"/>
                <a:ea typeface="Noto Sans JP"/>
                <a:cs typeface="Noto Sans JP"/>
                <a:sym typeface="Noto Sans JP"/>
              </a:endParaRPr>
            </a:p>
          </p:txBody>
        </p:sp>
        <p:sp>
          <p:nvSpPr>
            <p:cNvPr id="695" name="Google Shape;695;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2</a:t>
              </a:r>
              <a:endParaRPr sz="1000">
                <a:solidFill>
                  <a:srgbClr val="242424"/>
                </a:solidFill>
                <a:latin typeface="Noto Sans JP"/>
                <a:ea typeface="Noto Sans JP"/>
                <a:cs typeface="Noto Sans JP"/>
                <a:sym typeface="Noto Sans JP"/>
              </a:endParaRPr>
            </a:p>
          </p:txBody>
        </p:sp>
        <p:sp>
          <p:nvSpPr>
            <p:cNvPr id="696" name="Google Shape;696;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1</a:t>
              </a:r>
              <a:endParaRPr sz="1000">
                <a:solidFill>
                  <a:srgbClr val="242424"/>
                </a:solidFill>
                <a:latin typeface="Noto Sans JP"/>
                <a:ea typeface="Noto Sans JP"/>
                <a:cs typeface="Noto Sans JP"/>
                <a:sym typeface="Noto Sans JP"/>
              </a:endParaRPr>
            </a:p>
          </p:txBody>
        </p:sp>
      </p:grpSp>
      <p:grpSp>
        <p:nvGrpSpPr>
          <p:cNvPr id="697" name="Google Shape;697;p44"/>
          <p:cNvGrpSpPr/>
          <p:nvPr/>
        </p:nvGrpSpPr>
        <p:grpSpPr>
          <a:xfrm>
            <a:off x="6774588" y="2365675"/>
            <a:ext cx="124200" cy="1883700"/>
            <a:chOff x="901103" y="2156275"/>
            <a:chExt cx="124200" cy="1883700"/>
          </a:xfrm>
        </p:grpSpPr>
        <p:sp>
          <p:nvSpPr>
            <p:cNvPr id="698" name="Google Shape;698;p44"/>
            <p:cNvSpPr txBox="1"/>
            <p:nvPr/>
          </p:nvSpPr>
          <p:spPr>
            <a:xfrm>
              <a:off x="901103" y="21562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5</a:t>
              </a:r>
              <a:endParaRPr sz="1000">
                <a:solidFill>
                  <a:srgbClr val="242424"/>
                </a:solidFill>
                <a:latin typeface="Noto Sans JP"/>
                <a:ea typeface="Noto Sans JP"/>
                <a:cs typeface="Noto Sans JP"/>
                <a:sym typeface="Noto Sans JP"/>
              </a:endParaRPr>
            </a:p>
          </p:txBody>
        </p:sp>
        <p:sp>
          <p:nvSpPr>
            <p:cNvPr id="699" name="Google Shape;699;p44"/>
            <p:cNvSpPr txBox="1"/>
            <p:nvPr/>
          </p:nvSpPr>
          <p:spPr>
            <a:xfrm>
              <a:off x="901103" y="388607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0</a:t>
              </a:r>
              <a:endParaRPr sz="1000">
                <a:solidFill>
                  <a:srgbClr val="242424"/>
                </a:solidFill>
                <a:latin typeface="Noto Sans JP"/>
                <a:ea typeface="Noto Sans JP"/>
                <a:cs typeface="Noto Sans JP"/>
                <a:sym typeface="Noto Sans JP"/>
              </a:endParaRPr>
            </a:p>
          </p:txBody>
        </p:sp>
        <p:sp>
          <p:nvSpPr>
            <p:cNvPr id="700" name="Google Shape;700;p44"/>
            <p:cNvSpPr txBox="1"/>
            <p:nvPr/>
          </p:nvSpPr>
          <p:spPr>
            <a:xfrm>
              <a:off x="901103" y="249480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4</a:t>
              </a:r>
              <a:endParaRPr sz="1000">
                <a:solidFill>
                  <a:srgbClr val="242424"/>
                </a:solidFill>
                <a:latin typeface="Noto Sans JP"/>
                <a:ea typeface="Noto Sans JP"/>
                <a:cs typeface="Noto Sans JP"/>
                <a:sym typeface="Noto Sans JP"/>
              </a:endParaRPr>
            </a:p>
          </p:txBody>
        </p:sp>
        <p:sp>
          <p:nvSpPr>
            <p:cNvPr id="701" name="Google Shape;701;p44"/>
            <p:cNvSpPr txBox="1"/>
            <p:nvPr/>
          </p:nvSpPr>
          <p:spPr>
            <a:xfrm>
              <a:off x="901103" y="2833325"/>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3</a:t>
              </a:r>
              <a:endParaRPr sz="1000">
                <a:solidFill>
                  <a:srgbClr val="242424"/>
                </a:solidFill>
                <a:latin typeface="Noto Sans JP"/>
                <a:ea typeface="Noto Sans JP"/>
                <a:cs typeface="Noto Sans JP"/>
                <a:sym typeface="Noto Sans JP"/>
              </a:endParaRPr>
            </a:p>
          </p:txBody>
        </p:sp>
        <p:sp>
          <p:nvSpPr>
            <p:cNvPr id="702" name="Google Shape;702;p44"/>
            <p:cNvSpPr txBox="1"/>
            <p:nvPr/>
          </p:nvSpPr>
          <p:spPr>
            <a:xfrm>
              <a:off x="901103" y="3190438"/>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2</a:t>
              </a:r>
              <a:endParaRPr sz="1000">
                <a:solidFill>
                  <a:srgbClr val="242424"/>
                </a:solidFill>
                <a:latin typeface="Noto Sans JP"/>
                <a:ea typeface="Noto Sans JP"/>
                <a:cs typeface="Noto Sans JP"/>
                <a:sym typeface="Noto Sans JP"/>
              </a:endParaRPr>
            </a:p>
          </p:txBody>
        </p:sp>
        <p:sp>
          <p:nvSpPr>
            <p:cNvPr id="703" name="Google Shape;703;p44"/>
            <p:cNvSpPr txBox="1"/>
            <p:nvPr/>
          </p:nvSpPr>
          <p:spPr>
            <a:xfrm>
              <a:off x="901103" y="3538250"/>
              <a:ext cx="124200" cy="1539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ja" sz="1000">
                  <a:solidFill>
                    <a:srgbClr val="242424"/>
                  </a:solidFill>
                  <a:latin typeface="Noto Sans JP"/>
                  <a:ea typeface="Noto Sans JP"/>
                  <a:cs typeface="Noto Sans JP"/>
                  <a:sym typeface="Noto Sans JP"/>
                </a:rPr>
                <a:t>1</a:t>
              </a:r>
              <a:endParaRPr sz="1000">
                <a:solidFill>
                  <a:srgbClr val="242424"/>
                </a:solidFill>
                <a:latin typeface="Noto Sans JP"/>
                <a:ea typeface="Noto Sans JP"/>
                <a:cs typeface="Noto Sans JP"/>
                <a:sym typeface="Noto Sans JP"/>
              </a:endParaRPr>
            </a:p>
          </p:txBody>
        </p:sp>
      </p:grpSp>
      <p:sp>
        <p:nvSpPr>
          <p:cNvPr id="704" name="Google Shape;704;p44"/>
          <p:cNvSpPr txBox="1"/>
          <p:nvPr/>
        </p:nvSpPr>
        <p:spPr>
          <a:xfrm>
            <a:off x="450000" y="1075575"/>
            <a:ext cx="8280000" cy="169200"/>
          </a:xfrm>
          <a:prstGeom prst="rect">
            <a:avLst/>
          </a:prstGeom>
          <a:noFill/>
          <a:ln>
            <a:noFill/>
          </a:ln>
        </p:spPr>
        <p:txBody>
          <a:bodyPr anchorCtr="0" anchor="ctr" bIns="0" lIns="91425" spcFirstLastPara="1" rIns="91425" wrap="square" tIns="0">
            <a:spAutoFit/>
          </a:bodyPr>
          <a:lstStyle/>
          <a:p>
            <a:pPr indent="0" lvl="0" marL="0" marR="0" rtl="0" algn="ctr">
              <a:lnSpc>
                <a:spcPct val="150000"/>
              </a:lnSpc>
              <a:spcBef>
                <a:spcPts val="0"/>
              </a:spcBef>
              <a:spcAft>
                <a:spcPts val="0"/>
              </a:spcAft>
              <a:buNone/>
            </a:pPr>
            <a:r>
              <a:rPr lang="ja" sz="1100">
                <a:solidFill>
                  <a:schemeClr val="dk1"/>
                </a:solidFill>
                <a:latin typeface="Noto Sans JP"/>
                <a:ea typeface="Noto Sans JP"/>
                <a:cs typeface="Noto Sans JP"/>
                <a:sym typeface="Noto Sans JP"/>
              </a:rPr>
              <a:t>合計が </a:t>
            </a:r>
            <a:r>
              <a:rPr b="1" lang="ja" sz="1100">
                <a:solidFill>
                  <a:schemeClr val="dk1"/>
                </a:solidFill>
                <a:latin typeface="Noto Sans JP"/>
                <a:ea typeface="Noto Sans JP"/>
                <a:cs typeface="Noto Sans JP"/>
                <a:sym typeface="Noto Sans JP"/>
              </a:rPr>
              <a:t>14</a:t>
            </a:r>
            <a:r>
              <a:rPr b="1" lang="ja" sz="1100">
                <a:solidFill>
                  <a:schemeClr val="dk1"/>
                </a:solidFill>
                <a:latin typeface="Noto Sans JP"/>
                <a:ea typeface="Noto Sans JP"/>
                <a:cs typeface="Noto Sans JP"/>
                <a:sym typeface="Noto Sans JP"/>
              </a:rPr>
              <a:t>pt</a:t>
            </a:r>
            <a:r>
              <a:rPr lang="ja" sz="1100">
                <a:solidFill>
                  <a:schemeClr val="dk1"/>
                </a:solidFill>
                <a:latin typeface="Noto Sans JP"/>
                <a:ea typeface="Noto Sans JP"/>
                <a:cs typeface="Noto Sans JP"/>
                <a:sym typeface="Noto Sans JP"/>
              </a:rPr>
              <a:t> になるように割り当ててください</a:t>
            </a:r>
            <a:endParaRPr sz="1100">
              <a:solidFill>
                <a:schemeClr val="dk1"/>
              </a:solidFill>
              <a:latin typeface="Noto Sans JP"/>
              <a:ea typeface="Noto Sans JP"/>
              <a:cs typeface="Noto Sans JP"/>
              <a:sym typeface="Noto Sans JP"/>
            </a:endParaRPr>
          </a:p>
        </p:txBody>
      </p:sp>
      <p:sp>
        <p:nvSpPr>
          <p:cNvPr id="705" name="Google Shape;705;p44"/>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t>Trade-off slider</a:t>
            </a:r>
            <a:endParaRPr/>
          </a:p>
        </p:txBody>
      </p:sp>
      <p:sp>
        <p:nvSpPr>
          <p:cNvPr id="706" name="Google Shape;706;p44"/>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Project Choices｜ </a:t>
            </a:r>
            <a:r>
              <a:rPr lang="ja">
                <a:solidFill>
                  <a:schemeClr val="accent1"/>
                </a:solidFill>
              </a:rPr>
              <a:t>トレードオフ・スライダー</a:t>
            </a:r>
            <a:endParaRPr/>
          </a:p>
        </p:txBody>
      </p:sp>
      <p:grpSp>
        <p:nvGrpSpPr>
          <p:cNvPr id="707" name="Google Shape;707;p44"/>
          <p:cNvGrpSpPr/>
          <p:nvPr/>
        </p:nvGrpSpPr>
        <p:grpSpPr>
          <a:xfrm>
            <a:off x="7028850" y="3823239"/>
            <a:ext cx="124200" cy="344080"/>
            <a:chOff x="6180625" y="2571625"/>
            <a:chExt cx="124200" cy="1386300"/>
          </a:xfrm>
        </p:grpSpPr>
        <p:cxnSp>
          <p:nvCxnSpPr>
            <p:cNvPr id="708" name="Google Shape;708;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09" name="Google Shape;709;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grpSp>
        <p:nvGrpSpPr>
          <p:cNvPr id="710" name="Google Shape;710;p44"/>
          <p:cNvGrpSpPr/>
          <p:nvPr/>
        </p:nvGrpSpPr>
        <p:grpSpPr>
          <a:xfrm>
            <a:off x="5361575" y="3822649"/>
            <a:ext cx="124200" cy="344080"/>
            <a:chOff x="6180625" y="2571625"/>
            <a:chExt cx="124200" cy="1386300"/>
          </a:xfrm>
        </p:grpSpPr>
        <p:cxnSp>
          <p:nvCxnSpPr>
            <p:cNvPr id="711" name="Google Shape;711;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12" name="Google Shape;712;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grpSp>
        <p:nvGrpSpPr>
          <p:cNvPr id="713" name="Google Shape;713;p44"/>
          <p:cNvGrpSpPr/>
          <p:nvPr/>
        </p:nvGrpSpPr>
        <p:grpSpPr>
          <a:xfrm>
            <a:off x="3694250" y="3822777"/>
            <a:ext cx="124200" cy="344080"/>
            <a:chOff x="6180625" y="2571625"/>
            <a:chExt cx="124200" cy="1386300"/>
          </a:xfrm>
        </p:grpSpPr>
        <p:cxnSp>
          <p:nvCxnSpPr>
            <p:cNvPr id="714" name="Google Shape;714;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15" name="Google Shape;715;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sp>
        <p:nvSpPr>
          <p:cNvPr id="716" name="Google Shape;716;p44"/>
          <p:cNvSpPr txBox="1"/>
          <p:nvPr/>
        </p:nvSpPr>
        <p:spPr>
          <a:xfrm>
            <a:off x="3304413"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Cost</a:t>
            </a:r>
            <a:endParaRPr b="1" sz="900">
              <a:solidFill>
                <a:schemeClr val="accent1"/>
              </a:solidFill>
              <a:latin typeface="Noto Sans JP"/>
              <a:ea typeface="Noto Sans JP"/>
              <a:cs typeface="Noto Sans JP"/>
              <a:sym typeface="Noto Sans JP"/>
            </a:endParaRPr>
          </a:p>
        </p:txBody>
      </p:sp>
      <p:sp>
        <p:nvSpPr>
          <p:cNvPr id="717" name="Google Shape;717;p44"/>
          <p:cNvSpPr txBox="1"/>
          <p:nvPr/>
        </p:nvSpPr>
        <p:spPr>
          <a:xfrm>
            <a:off x="2949213" y="1930410"/>
            <a:ext cx="1614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予算内に収める</a:t>
            </a:r>
            <a:endParaRPr b="1" sz="1100">
              <a:solidFill>
                <a:schemeClr val="lt1"/>
              </a:solidFill>
              <a:latin typeface="Noto Sans JP"/>
              <a:ea typeface="Noto Sans JP"/>
              <a:cs typeface="Noto Sans JP"/>
              <a:sym typeface="Noto Sans JP"/>
            </a:endParaRPr>
          </a:p>
        </p:txBody>
      </p:sp>
      <p:sp>
        <p:nvSpPr>
          <p:cNvPr id="718" name="Google Shape;718;p44"/>
          <p:cNvSpPr txBox="1"/>
          <p:nvPr/>
        </p:nvSpPr>
        <p:spPr>
          <a:xfrm>
            <a:off x="1637113"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Delivery</a:t>
            </a:r>
            <a:endParaRPr b="1" sz="900">
              <a:solidFill>
                <a:schemeClr val="accent1"/>
              </a:solidFill>
              <a:latin typeface="Noto Sans JP"/>
              <a:ea typeface="Noto Sans JP"/>
              <a:cs typeface="Noto Sans JP"/>
              <a:sym typeface="Noto Sans JP"/>
            </a:endParaRPr>
          </a:p>
        </p:txBody>
      </p:sp>
      <p:sp>
        <p:nvSpPr>
          <p:cNvPr id="719" name="Google Shape;719;p44"/>
          <p:cNvSpPr txBox="1"/>
          <p:nvPr/>
        </p:nvSpPr>
        <p:spPr>
          <a:xfrm>
            <a:off x="1281913" y="1930410"/>
            <a:ext cx="1614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納期/リリースの厳守</a:t>
            </a:r>
            <a:endParaRPr b="1" sz="1100">
              <a:solidFill>
                <a:schemeClr val="lt1"/>
              </a:solidFill>
              <a:latin typeface="Noto Sans JP"/>
              <a:ea typeface="Noto Sans JP"/>
              <a:cs typeface="Noto Sans JP"/>
              <a:sym typeface="Noto Sans JP"/>
            </a:endParaRPr>
          </a:p>
        </p:txBody>
      </p:sp>
      <p:sp>
        <p:nvSpPr>
          <p:cNvPr id="720" name="Google Shape;720;p44"/>
          <p:cNvSpPr txBox="1"/>
          <p:nvPr/>
        </p:nvSpPr>
        <p:spPr>
          <a:xfrm>
            <a:off x="4987888"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Quality</a:t>
            </a:r>
            <a:endParaRPr b="1" sz="900">
              <a:solidFill>
                <a:schemeClr val="accent1"/>
              </a:solidFill>
              <a:latin typeface="Noto Sans JP"/>
              <a:ea typeface="Noto Sans JP"/>
              <a:cs typeface="Noto Sans JP"/>
              <a:sym typeface="Noto Sans JP"/>
            </a:endParaRPr>
          </a:p>
        </p:txBody>
      </p:sp>
      <p:sp>
        <p:nvSpPr>
          <p:cNvPr id="721" name="Google Shape;721;p44"/>
          <p:cNvSpPr txBox="1"/>
          <p:nvPr/>
        </p:nvSpPr>
        <p:spPr>
          <a:xfrm>
            <a:off x="4632688" y="1930410"/>
            <a:ext cx="1614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少ない欠陥</a:t>
            </a:r>
            <a:endParaRPr b="1" sz="1100">
              <a:solidFill>
                <a:schemeClr val="lt1"/>
              </a:solidFill>
              <a:latin typeface="Noto Sans JP"/>
              <a:ea typeface="Noto Sans JP"/>
              <a:cs typeface="Noto Sans JP"/>
              <a:sym typeface="Noto Sans JP"/>
            </a:endParaRPr>
          </a:p>
        </p:txBody>
      </p:sp>
      <p:sp>
        <p:nvSpPr>
          <p:cNvPr id="722" name="Google Shape;722;p44"/>
          <p:cNvSpPr txBox="1"/>
          <p:nvPr/>
        </p:nvSpPr>
        <p:spPr>
          <a:xfrm>
            <a:off x="6638988" y="1727625"/>
            <a:ext cx="9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900">
                <a:solidFill>
                  <a:schemeClr val="accent1"/>
                </a:solidFill>
                <a:latin typeface="Noto Sans JP"/>
                <a:ea typeface="Noto Sans JP"/>
                <a:cs typeface="Noto Sans JP"/>
                <a:sym typeface="Noto Sans JP"/>
              </a:rPr>
              <a:t>Scope</a:t>
            </a:r>
            <a:endParaRPr b="1" sz="900">
              <a:solidFill>
                <a:schemeClr val="accent1"/>
              </a:solidFill>
              <a:latin typeface="Noto Sans JP"/>
              <a:ea typeface="Noto Sans JP"/>
              <a:cs typeface="Noto Sans JP"/>
              <a:sym typeface="Noto Sans JP"/>
            </a:endParaRPr>
          </a:p>
        </p:txBody>
      </p:sp>
      <p:sp>
        <p:nvSpPr>
          <p:cNvPr id="723" name="Google Shape;723;p44"/>
          <p:cNvSpPr txBox="1"/>
          <p:nvPr/>
        </p:nvSpPr>
        <p:spPr>
          <a:xfrm>
            <a:off x="6283788" y="1930410"/>
            <a:ext cx="1614300" cy="16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ja" sz="1100">
                <a:solidFill>
                  <a:schemeClr val="lt1"/>
                </a:solidFill>
                <a:latin typeface="Noto Sans JP"/>
                <a:ea typeface="Noto Sans JP"/>
                <a:cs typeface="Noto Sans JP"/>
                <a:sym typeface="Noto Sans JP"/>
              </a:rPr>
              <a:t>業務・機能を叶える</a:t>
            </a:r>
            <a:endParaRPr b="1" sz="1100">
              <a:solidFill>
                <a:schemeClr val="lt1"/>
              </a:solidFill>
              <a:latin typeface="Noto Sans JP"/>
              <a:ea typeface="Noto Sans JP"/>
              <a:cs typeface="Noto Sans JP"/>
              <a:sym typeface="Noto Sans JP"/>
            </a:endParaRPr>
          </a:p>
        </p:txBody>
      </p:sp>
      <p:cxnSp>
        <p:nvCxnSpPr>
          <p:cNvPr id="724" name="Google Shape;724;p44"/>
          <p:cNvCxnSpPr/>
          <p:nvPr/>
        </p:nvCxnSpPr>
        <p:spPr>
          <a:xfrm>
            <a:off x="2089100" y="3482125"/>
            <a:ext cx="0" cy="344100"/>
          </a:xfrm>
          <a:prstGeom prst="straightConnector1">
            <a:avLst/>
          </a:prstGeom>
          <a:noFill/>
          <a:ln cap="flat" cmpd="sng" w="9525">
            <a:solidFill>
              <a:srgbClr val="666666"/>
            </a:solidFill>
            <a:prstDash val="solid"/>
            <a:round/>
            <a:headEnd len="med" w="med" type="none"/>
            <a:tailEnd len="med" w="med" type="none"/>
          </a:ln>
        </p:spPr>
      </p:cxnSp>
      <p:cxnSp>
        <p:nvCxnSpPr>
          <p:cNvPr id="725" name="Google Shape;725;p44"/>
          <p:cNvCxnSpPr/>
          <p:nvPr/>
        </p:nvCxnSpPr>
        <p:spPr>
          <a:xfrm>
            <a:off x="2089100" y="3823100"/>
            <a:ext cx="0" cy="344100"/>
          </a:xfrm>
          <a:prstGeom prst="straightConnector1">
            <a:avLst/>
          </a:prstGeom>
          <a:noFill/>
          <a:ln cap="flat" cmpd="sng" w="9525">
            <a:solidFill>
              <a:srgbClr val="666666"/>
            </a:solidFill>
            <a:prstDash val="solid"/>
            <a:round/>
            <a:headEnd len="med" w="med" type="none"/>
            <a:tailEnd len="med" w="med" type="none"/>
          </a:ln>
        </p:spPr>
      </p:cxnSp>
      <p:grpSp>
        <p:nvGrpSpPr>
          <p:cNvPr id="726" name="Google Shape;726;p44"/>
          <p:cNvGrpSpPr/>
          <p:nvPr/>
        </p:nvGrpSpPr>
        <p:grpSpPr>
          <a:xfrm>
            <a:off x="1937863" y="2444525"/>
            <a:ext cx="302425" cy="1722600"/>
            <a:chOff x="1088025" y="2235125"/>
            <a:chExt cx="302425" cy="1722600"/>
          </a:xfrm>
        </p:grpSpPr>
        <p:cxnSp>
          <p:nvCxnSpPr>
            <p:cNvPr id="727" name="Google Shape;727;p44"/>
            <p:cNvCxnSpPr/>
            <p:nvPr/>
          </p:nvCxnSpPr>
          <p:spPr>
            <a:xfrm rot="10800000">
              <a:off x="1088025" y="22351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28" name="Google Shape;728;p44"/>
            <p:cNvCxnSpPr/>
            <p:nvPr/>
          </p:nvCxnSpPr>
          <p:spPr>
            <a:xfrm rot="10800000">
              <a:off x="1088025" y="292416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29" name="Google Shape;729;p44"/>
            <p:cNvCxnSpPr/>
            <p:nvPr/>
          </p:nvCxnSpPr>
          <p:spPr>
            <a:xfrm rot="10800000">
              <a:off x="1088025" y="326868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30" name="Google Shape;730;p44"/>
            <p:cNvCxnSpPr/>
            <p:nvPr/>
          </p:nvCxnSpPr>
          <p:spPr>
            <a:xfrm rot="10800000">
              <a:off x="1088025" y="361320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31" name="Google Shape;731;p44"/>
            <p:cNvCxnSpPr/>
            <p:nvPr/>
          </p:nvCxnSpPr>
          <p:spPr>
            <a:xfrm rot="10800000">
              <a:off x="1088025" y="3957725"/>
              <a:ext cx="302400" cy="0"/>
            </a:xfrm>
            <a:prstGeom prst="straightConnector1">
              <a:avLst/>
            </a:prstGeom>
            <a:noFill/>
            <a:ln cap="flat" cmpd="sng" w="9525">
              <a:solidFill>
                <a:srgbClr val="666666"/>
              </a:solidFill>
              <a:prstDash val="solid"/>
              <a:round/>
              <a:headEnd len="med" w="med" type="none"/>
              <a:tailEnd len="med" w="med" type="none"/>
            </a:ln>
          </p:spPr>
        </p:cxnSp>
        <p:cxnSp>
          <p:nvCxnSpPr>
            <p:cNvPr id="732" name="Google Shape;732;p44"/>
            <p:cNvCxnSpPr/>
            <p:nvPr/>
          </p:nvCxnSpPr>
          <p:spPr>
            <a:xfrm rot="10800000">
              <a:off x="1088050" y="2579645"/>
              <a:ext cx="302400" cy="0"/>
            </a:xfrm>
            <a:prstGeom prst="straightConnector1">
              <a:avLst/>
            </a:prstGeom>
            <a:noFill/>
            <a:ln cap="flat" cmpd="sng" w="9525">
              <a:solidFill>
                <a:srgbClr val="666666"/>
              </a:solidFill>
              <a:prstDash val="solid"/>
              <a:round/>
              <a:headEnd len="med" w="med" type="none"/>
              <a:tailEnd len="med" w="med" type="none"/>
            </a:ln>
          </p:spPr>
        </p:cxnSp>
      </p:grpSp>
      <p:cxnSp>
        <p:nvCxnSpPr>
          <p:cNvPr id="733" name="Google Shape;733;p44"/>
          <p:cNvCxnSpPr/>
          <p:nvPr/>
        </p:nvCxnSpPr>
        <p:spPr>
          <a:xfrm>
            <a:off x="2089100" y="3133725"/>
            <a:ext cx="0" cy="1033500"/>
          </a:xfrm>
          <a:prstGeom prst="straightConnector1">
            <a:avLst/>
          </a:prstGeom>
          <a:noFill/>
          <a:ln cap="flat" cmpd="sng" w="9525">
            <a:solidFill>
              <a:srgbClr val="666666"/>
            </a:solidFill>
            <a:prstDash val="solid"/>
            <a:round/>
            <a:headEnd len="med" w="med" type="none"/>
            <a:tailEnd len="med" w="med" type="none"/>
          </a:ln>
        </p:spPr>
      </p:cxnSp>
      <p:cxnSp>
        <p:nvCxnSpPr>
          <p:cNvPr id="734" name="Google Shape;734;p44"/>
          <p:cNvCxnSpPr/>
          <p:nvPr/>
        </p:nvCxnSpPr>
        <p:spPr>
          <a:xfrm>
            <a:off x="2089100" y="2790000"/>
            <a:ext cx="0" cy="1378200"/>
          </a:xfrm>
          <a:prstGeom prst="straightConnector1">
            <a:avLst/>
          </a:prstGeom>
          <a:noFill/>
          <a:ln cap="flat" cmpd="sng" w="9525">
            <a:solidFill>
              <a:srgbClr val="666666"/>
            </a:solidFill>
            <a:prstDash val="solid"/>
            <a:round/>
            <a:headEnd len="med" w="med" type="none"/>
            <a:tailEnd len="med" w="med" type="none"/>
          </a:ln>
        </p:spPr>
      </p:cxnSp>
      <p:cxnSp>
        <p:nvCxnSpPr>
          <p:cNvPr id="735" name="Google Shape;735;p44"/>
          <p:cNvCxnSpPr/>
          <p:nvPr/>
        </p:nvCxnSpPr>
        <p:spPr>
          <a:xfrm>
            <a:off x="2089100" y="2444950"/>
            <a:ext cx="0" cy="1722000"/>
          </a:xfrm>
          <a:prstGeom prst="straightConnector1">
            <a:avLst/>
          </a:prstGeom>
          <a:noFill/>
          <a:ln cap="flat" cmpd="sng" w="9525">
            <a:solidFill>
              <a:srgbClr val="666666"/>
            </a:solidFill>
            <a:prstDash val="solid"/>
            <a:round/>
            <a:headEnd len="med" w="med" type="none"/>
            <a:tailEnd len="med" w="med" type="none"/>
          </a:ln>
        </p:spPr>
      </p:cxnSp>
      <p:grpSp>
        <p:nvGrpSpPr>
          <p:cNvPr id="736" name="Google Shape;736;p44"/>
          <p:cNvGrpSpPr/>
          <p:nvPr/>
        </p:nvGrpSpPr>
        <p:grpSpPr>
          <a:xfrm>
            <a:off x="2026950" y="3822657"/>
            <a:ext cx="124200" cy="344080"/>
            <a:chOff x="6180625" y="2571625"/>
            <a:chExt cx="124200" cy="1386300"/>
          </a:xfrm>
        </p:grpSpPr>
        <p:cxnSp>
          <p:nvCxnSpPr>
            <p:cNvPr id="737" name="Google Shape;737;p44"/>
            <p:cNvCxnSpPr/>
            <p:nvPr/>
          </p:nvCxnSpPr>
          <p:spPr>
            <a:xfrm>
              <a:off x="6242725" y="2571625"/>
              <a:ext cx="0" cy="1386300"/>
            </a:xfrm>
            <a:prstGeom prst="straightConnector1">
              <a:avLst/>
            </a:prstGeom>
            <a:noFill/>
            <a:ln cap="flat" cmpd="sng" w="38100">
              <a:solidFill>
                <a:schemeClr val="accent1"/>
              </a:solidFill>
              <a:prstDash val="solid"/>
              <a:round/>
              <a:headEnd len="med" w="med" type="none"/>
              <a:tailEnd len="med" w="med" type="none"/>
            </a:ln>
          </p:spPr>
        </p:cxnSp>
        <p:cxnSp>
          <p:nvCxnSpPr>
            <p:cNvPr id="738" name="Google Shape;738;p44"/>
            <p:cNvCxnSpPr/>
            <p:nvPr/>
          </p:nvCxnSpPr>
          <p:spPr>
            <a:xfrm>
              <a:off x="6180625" y="2571750"/>
              <a:ext cx="124200" cy="0"/>
            </a:xfrm>
            <a:prstGeom prst="straightConnector1">
              <a:avLst/>
            </a:prstGeom>
            <a:noFill/>
            <a:ln cap="flat" cmpd="sng" w="38100">
              <a:solidFill>
                <a:schemeClr val="accent1"/>
              </a:solidFill>
              <a:prstDash val="solid"/>
              <a:round/>
              <a:headEnd len="med" w="med" type="oval"/>
              <a:tailEnd len="med" w="med" type="none"/>
            </a:ln>
          </p:spPr>
        </p:cxn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2" name="Shape 742"/>
        <p:cNvGrpSpPr/>
        <p:nvPr/>
      </p:nvGrpSpPr>
      <p:grpSpPr>
        <a:xfrm>
          <a:off x="0" y="0"/>
          <a:ext cx="0" cy="0"/>
          <a:chOff x="0" y="0"/>
          <a:chExt cx="0" cy="0"/>
        </a:xfrm>
      </p:grpSpPr>
      <p:sp>
        <p:nvSpPr>
          <p:cNvPr id="743" name="Google Shape;743;p45"/>
          <p:cNvSpPr txBox="1"/>
          <p:nvPr>
            <p:ph idx="1" type="subTitle"/>
          </p:nvPr>
        </p:nvSpPr>
        <p:spPr>
          <a:xfrm>
            <a:off x="194921" y="98646"/>
            <a:ext cx="8280000" cy="579000"/>
          </a:xfrm>
          <a:prstGeom prst="rect">
            <a:avLst/>
          </a:prstGeom>
        </p:spPr>
        <p:txBody>
          <a:bodyPr anchorCtr="0" anchor="t" bIns="54000" lIns="0" spcFirstLastPara="1" rIns="0" wrap="square" tIns="54000">
            <a:spAutoFit/>
          </a:bodyPr>
          <a:lstStyle/>
          <a:p>
            <a:pPr indent="0" lvl="0" marL="0" rtl="0" algn="l">
              <a:spcBef>
                <a:spcPts val="0"/>
              </a:spcBef>
              <a:spcAft>
                <a:spcPts val="0"/>
              </a:spcAft>
              <a:buClr>
                <a:schemeClr val="dk1"/>
              </a:buClr>
              <a:buSzPts val="1100"/>
              <a:buFont typeface="Arial"/>
              <a:buNone/>
            </a:pPr>
            <a:r>
              <a:rPr lang="ja"/>
              <a:t>Project Choices ｜ </a:t>
            </a:r>
            <a:r>
              <a:rPr lang="ja">
                <a:solidFill>
                  <a:schemeClr val="accent1"/>
                </a:solidFill>
              </a:rPr>
              <a:t>やらないことリスト</a:t>
            </a:r>
            <a:endParaRPr/>
          </a:p>
          <a:p>
            <a:pPr indent="0" lvl="0" marL="0" rtl="0" algn="l">
              <a:spcBef>
                <a:spcPts val="1600"/>
              </a:spcBef>
              <a:spcAft>
                <a:spcPts val="1600"/>
              </a:spcAft>
              <a:buNone/>
            </a:pPr>
            <a:r>
              <a:t/>
            </a:r>
            <a:endParaRPr/>
          </a:p>
        </p:txBody>
      </p:sp>
      <p:sp>
        <p:nvSpPr>
          <p:cNvPr id="744" name="Google Shape;744;p45"/>
          <p:cNvSpPr txBox="1"/>
          <p:nvPr/>
        </p:nvSpPr>
        <p:spPr>
          <a:xfrm>
            <a:off x="432000" y="697930"/>
            <a:ext cx="8280000" cy="366600"/>
          </a:xfrm>
          <a:prstGeom prst="rect">
            <a:avLst/>
          </a:prstGeom>
          <a:noFill/>
          <a:ln>
            <a:noFill/>
          </a:ln>
        </p:spPr>
        <p:txBody>
          <a:bodyPr anchorCtr="0" anchor="ctr" bIns="90000" lIns="91425" spcFirstLastPara="1" rIns="91425" wrap="square" tIns="90000">
            <a:spAutoFit/>
          </a:bodyPr>
          <a:lstStyle/>
          <a:p>
            <a:pPr indent="0" lvl="0" marL="0" marR="0" rtl="0" algn="ctr">
              <a:lnSpc>
                <a:spcPct val="150000"/>
              </a:lnSpc>
              <a:spcBef>
                <a:spcPts val="0"/>
              </a:spcBef>
              <a:spcAft>
                <a:spcPts val="0"/>
              </a:spcAft>
              <a:buNone/>
            </a:pPr>
            <a:r>
              <a:rPr lang="ja" sz="1200">
                <a:solidFill>
                  <a:schemeClr val="lt1"/>
                </a:solidFill>
                <a:latin typeface="Noto Sans JP"/>
                <a:ea typeface="Noto Sans JP"/>
                <a:cs typeface="Noto Sans JP"/>
                <a:sym typeface="Noto Sans JP"/>
              </a:rPr>
              <a:t>Trade-off slider </a:t>
            </a:r>
            <a:r>
              <a:rPr lang="ja" sz="1200">
                <a:solidFill>
                  <a:schemeClr val="lt1"/>
                </a:solidFill>
                <a:latin typeface="Noto Sans JP"/>
                <a:ea typeface="Noto Sans JP"/>
                <a:cs typeface="Noto Sans JP"/>
                <a:sym typeface="Noto Sans JP"/>
              </a:rPr>
              <a:t>で割り当てた</a:t>
            </a:r>
            <a:r>
              <a:rPr lang="ja" sz="1200">
                <a:solidFill>
                  <a:schemeClr val="lt1"/>
                </a:solidFill>
                <a:latin typeface="Noto Sans JP"/>
                <a:ea typeface="Noto Sans JP"/>
                <a:cs typeface="Noto Sans JP"/>
                <a:sym typeface="Noto Sans JP"/>
              </a:rPr>
              <a:t>ポイント</a:t>
            </a:r>
            <a:r>
              <a:rPr lang="ja" sz="1200">
                <a:solidFill>
                  <a:schemeClr val="lt1"/>
                </a:solidFill>
                <a:latin typeface="Noto Sans JP"/>
                <a:ea typeface="Noto Sans JP"/>
                <a:cs typeface="Noto Sans JP"/>
                <a:sym typeface="Noto Sans JP"/>
              </a:rPr>
              <a:t>が</a:t>
            </a:r>
            <a:r>
              <a:rPr lang="ja" sz="1200">
                <a:solidFill>
                  <a:schemeClr val="lt1"/>
                </a:solidFill>
                <a:latin typeface="Noto Sans JP"/>
                <a:ea typeface="Noto Sans JP"/>
                <a:cs typeface="Noto Sans JP"/>
                <a:sym typeface="Noto Sans JP"/>
              </a:rPr>
              <a:t>低い3カテゴリについて</a:t>
            </a:r>
            <a:r>
              <a:rPr b="1" lang="ja" sz="1200">
                <a:solidFill>
                  <a:schemeClr val="lt1"/>
                </a:solidFill>
                <a:latin typeface="Noto Sans JP"/>
                <a:ea typeface="Noto Sans JP"/>
                <a:cs typeface="Noto Sans JP"/>
                <a:sym typeface="Noto Sans JP"/>
              </a:rPr>
              <a:t>やらないこと</a:t>
            </a:r>
            <a:r>
              <a:rPr lang="ja" sz="1200">
                <a:solidFill>
                  <a:schemeClr val="lt1"/>
                </a:solidFill>
                <a:latin typeface="Noto Sans JP"/>
                <a:ea typeface="Noto Sans JP"/>
                <a:cs typeface="Noto Sans JP"/>
                <a:sym typeface="Noto Sans JP"/>
              </a:rPr>
              <a:t>を</a:t>
            </a:r>
            <a:r>
              <a:rPr lang="ja" sz="1200">
                <a:solidFill>
                  <a:schemeClr val="lt1"/>
                </a:solidFill>
                <a:latin typeface="Noto Sans JP"/>
                <a:ea typeface="Noto Sans JP"/>
                <a:cs typeface="Noto Sans JP"/>
                <a:sym typeface="Noto Sans JP"/>
              </a:rPr>
              <a:t>設定します</a:t>
            </a:r>
            <a:endParaRPr sz="1200">
              <a:solidFill>
                <a:schemeClr val="lt1"/>
              </a:solidFill>
              <a:latin typeface="Noto Sans JP"/>
              <a:ea typeface="Noto Sans JP"/>
              <a:cs typeface="Noto Sans JP"/>
              <a:sym typeface="Noto Sans JP"/>
            </a:endParaRPr>
          </a:p>
        </p:txBody>
      </p:sp>
      <p:sp>
        <p:nvSpPr>
          <p:cNvPr id="745" name="Google Shape;745;p45"/>
          <p:cNvSpPr txBox="1"/>
          <p:nvPr>
            <p:ph type="title"/>
          </p:nvPr>
        </p:nvSpPr>
        <p:spPr>
          <a:xfrm>
            <a:off x="431994" y="324695"/>
            <a:ext cx="8280000" cy="355500"/>
          </a:xfrm>
          <a:prstGeom prst="rect">
            <a:avLst/>
          </a:prstGeom>
        </p:spPr>
        <p:txBody>
          <a:bodyPr anchorCtr="0" anchor="t" bIns="54000" lIns="0" spcFirstLastPara="1" rIns="0" wrap="square" tIns="54000">
            <a:spAutoFit/>
          </a:bodyPr>
          <a:lstStyle/>
          <a:p>
            <a:pPr indent="0" lvl="0" marL="0" rtl="0" algn="l">
              <a:spcBef>
                <a:spcPts val="0"/>
              </a:spcBef>
              <a:spcAft>
                <a:spcPts val="0"/>
              </a:spcAft>
              <a:buNone/>
            </a:pPr>
            <a:r>
              <a:rPr lang="ja">
                <a:solidFill>
                  <a:srgbClr val="3D3A39"/>
                </a:solidFill>
              </a:rPr>
              <a:t>Not ToDo List</a:t>
            </a:r>
            <a:endParaRPr/>
          </a:p>
        </p:txBody>
      </p:sp>
      <p:sp>
        <p:nvSpPr>
          <p:cNvPr id="746" name="Google Shape;746;p45"/>
          <p:cNvSpPr/>
          <p:nvPr/>
        </p:nvSpPr>
        <p:spPr>
          <a:xfrm>
            <a:off x="851250" y="135498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47" name="Google Shape;747;p45"/>
          <p:cNvSpPr txBox="1"/>
          <p:nvPr/>
        </p:nvSpPr>
        <p:spPr>
          <a:xfrm>
            <a:off x="1078692" y="157065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Cost</a:t>
            </a:r>
            <a:endParaRPr b="1" sz="1000">
              <a:solidFill>
                <a:schemeClr val="accent1"/>
              </a:solidFill>
              <a:latin typeface="Noto Sans JP"/>
              <a:ea typeface="Noto Sans JP"/>
              <a:cs typeface="Noto Sans JP"/>
              <a:sym typeface="Noto Sans JP"/>
            </a:endParaRPr>
          </a:p>
        </p:txBody>
      </p:sp>
      <p:sp>
        <p:nvSpPr>
          <p:cNvPr id="748" name="Google Shape;748;p45"/>
          <p:cNvSpPr txBox="1"/>
          <p:nvPr/>
        </p:nvSpPr>
        <p:spPr>
          <a:xfrm>
            <a:off x="2815800" y="1448587"/>
            <a:ext cx="5277000" cy="712800"/>
          </a:xfrm>
          <a:prstGeom prst="rect">
            <a:avLst/>
          </a:prstGeom>
          <a:noFill/>
          <a:ln>
            <a:noFill/>
          </a:ln>
        </p:spPr>
        <p:txBody>
          <a:bodyPr anchorCtr="0" anchor="ctr" bIns="91425" lIns="0" spcFirstLastPara="1" rIns="0" wrap="square" tIns="90000">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Redmineと以下のWBS以外は作成しない</a:t>
            </a:r>
            <a:endParaRPr sz="1000">
              <a:solidFill>
                <a:schemeClr val="lt1"/>
              </a:solidFill>
              <a:latin typeface="Noto Sans JP"/>
              <a:ea typeface="Noto Sans JP"/>
              <a:cs typeface="Noto Sans JP"/>
              <a:sym typeface="Noto Sans JP"/>
            </a:endParaRPr>
          </a:p>
          <a:p>
            <a:pPr indent="-185900" lvl="1" marL="4860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49" name="Google Shape;749;p45"/>
          <p:cNvCxnSpPr/>
          <p:nvPr/>
        </p:nvCxnSpPr>
        <p:spPr>
          <a:xfrm rot="10800000">
            <a:off x="2580125" y="1461187"/>
            <a:ext cx="0" cy="687600"/>
          </a:xfrm>
          <a:prstGeom prst="straightConnector1">
            <a:avLst/>
          </a:prstGeom>
          <a:noFill/>
          <a:ln cap="flat" cmpd="sng" w="9525">
            <a:solidFill>
              <a:srgbClr val="D9D9D9"/>
            </a:solidFill>
            <a:prstDash val="solid"/>
            <a:round/>
            <a:headEnd len="med" w="med" type="none"/>
            <a:tailEnd len="med" w="med" type="none"/>
          </a:ln>
        </p:spPr>
      </p:cxnSp>
      <p:sp>
        <p:nvSpPr>
          <p:cNvPr id="750" name="Google Shape;750;p45"/>
          <p:cNvSpPr txBox="1"/>
          <p:nvPr/>
        </p:nvSpPr>
        <p:spPr>
          <a:xfrm>
            <a:off x="1078700" y="1800763"/>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リソースおよび作業コストに関してやらないこと</a:t>
            </a:r>
            <a:endParaRPr sz="800">
              <a:solidFill>
                <a:srgbClr val="666666"/>
              </a:solidFill>
              <a:latin typeface="Noto Sans JP"/>
              <a:ea typeface="Noto Sans JP"/>
              <a:cs typeface="Noto Sans JP"/>
              <a:sym typeface="Noto Sans JP"/>
            </a:endParaRPr>
          </a:p>
        </p:txBody>
      </p:sp>
      <p:sp>
        <p:nvSpPr>
          <p:cNvPr id="751" name="Google Shape;751;p45"/>
          <p:cNvSpPr/>
          <p:nvPr/>
        </p:nvSpPr>
        <p:spPr>
          <a:xfrm>
            <a:off x="851250" y="2374162"/>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52" name="Google Shape;752;p45"/>
          <p:cNvSpPr txBox="1"/>
          <p:nvPr/>
        </p:nvSpPr>
        <p:spPr>
          <a:xfrm>
            <a:off x="1078692" y="2589830"/>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Quality</a:t>
            </a:r>
            <a:endParaRPr b="1" sz="1000">
              <a:solidFill>
                <a:schemeClr val="accent1"/>
              </a:solidFill>
              <a:latin typeface="Noto Sans JP"/>
              <a:ea typeface="Noto Sans JP"/>
              <a:cs typeface="Noto Sans JP"/>
              <a:sym typeface="Noto Sans JP"/>
            </a:endParaRPr>
          </a:p>
        </p:txBody>
      </p:sp>
      <p:sp>
        <p:nvSpPr>
          <p:cNvPr id="753" name="Google Shape;753;p45"/>
          <p:cNvSpPr txBox="1"/>
          <p:nvPr/>
        </p:nvSpPr>
        <p:spPr>
          <a:xfrm>
            <a:off x="2815800" y="2467762"/>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Performance Test は MileStone1, 2では実施しない</a:t>
            </a:r>
            <a:endParaRPr sz="1000">
              <a:solidFill>
                <a:schemeClr val="lt1"/>
              </a:solidFill>
              <a:latin typeface="Noto Sans JP"/>
              <a:ea typeface="Noto Sans JP"/>
              <a:cs typeface="Noto Sans JP"/>
              <a:sym typeface="Noto Sans JP"/>
            </a:endParaRPr>
          </a:p>
        </p:txBody>
      </p:sp>
      <p:cxnSp>
        <p:nvCxnSpPr>
          <p:cNvPr id="754" name="Google Shape;754;p45"/>
          <p:cNvCxnSpPr/>
          <p:nvPr/>
        </p:nvCxnSpPr>
        <p:spPr>
          <a:xfrm rot="10800000">
            <a:off x="2580125" y="2480362"/>
            <a:ext cx="0" cy="687600"/>
          </a:xfrm>
          <a:prstGeom prst="straightConnector1">
            <a:avLst/>
          </a:prstGeom>
          <a:noFill/>
          <a:ln cap="flat" cmpd="sng" w="9525">
            <a:solidFill>
              <a:srgbClr val="D9D9D9"/>
            </a:solidFill>
            <a:prstDash val="solid"/>
            <a:round/>
            <a:headEnd len="med" w="med" type="none"/>
            <a:tailEnd len="med" w="med" type="none"/>
          </a:ln>
        </p:spPr>
      </p:cxnSp>
      <p:sp>
        <p:nvSpPr>
          <p:cNvPr id="755" name="Google Shape;755;p45"/>
          <p:cNvSpPr txBox="1"/>
          <p:nvPr/>
        </p:nvSpPr>
        <p:spPr>
          <a:xfrm>
            <a:off x="1078700" y="2819938"/>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品質基準を満たす上でやらないこと</a:t>
            </a:r>
            <a:endParaRPr sz="800">
              <a:solidFill>
                <a:srgbClr val="666666"/>
              </a:solidFill>
              <a:latin typeface="Noto Sans JP"/>
              <a:ea typeface="Noto Sans JP"/>
              <a:cs typeface="Noto Sans JP"/>
              <a:sym typeface="Noto Sans JP"/>
            </a:endParaRPr>
          </a:p>
        </p:txBody>
      </p:sp>
      <p:sp>
        <p:nvSpPr>
          <p:cNvPr id="756" name="Google Shape;756;p45"/>
          <p:cNvSpPr/>
          <p:nvPr/>
        </p:nvSpPr>
        <p:spPr>
          <a:xfrm>
            <a:off x="851250" y="339333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57" name="Google Shape;757;p45"/>
          <p:cNvSpPr txBox="1"/>
          <p:nvPr/>
        </p:nvSpPr>
        <p:spPr>
          <a:xfrm>
            <a:off x="1078692" y="360900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Scope</a:t>
            </a:r>
            <a:endParaRPr b="1" sz="1000">
              <a:solidFill>
                <a:schemeClr val="accent1"/>
              </a:solidFill>
              <a:latin typeface="Noto Sans JP"/>
              <a:ea typeface="Noto Sans JP"/>
              <a:cs typeface="Noto Sans JP"/>
              <a:sym typeface="Noto Sans JP"/>
            </a:endParaRPr>
          </a:p>
        </p:txBody>
      </p:sp>
      <p:sp>
        <p:nvSpPr>
          <p:cNvPr id="758" name="Google Shape;758;p45"/>
          <p:cNvSpPr txBox="1"/>
          <p:nvPr/>
        </p:nvSpPr>
        <p:spPr>
          <a:xfrm>
            <a:off x="2815800" y="3486937"/>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Feature D, E, Fについての議論や検討はPhase1では行わない</a:t>
            </a:r>
            <a:endParaRPr sz="1000">
              <a:solidFill>
                <a:schemeClr val="lt1"/>
              </a:solidFill>
              <a:latin typeface="Noto Sans JP"/>
              <a:ea typeface="Noto Sans JP"/>
              <a:cs typeface="Noto Sans JP"/>
              <a:sym typeface="Noto Sans JP"/>
            </a:endParaRPr>
          </a:p>
        </p:txBody>
      </p:sp>
      <p:cxnSp>
        <p:nvCxnSpPr>
          <p:cNvPr id="759" name="Google Shape;759;p45"/>
          <p:cNvCxnSpPr/>
          <p:nvPr/>
        </p:nvCxnSpPr>
        <p:spPr>
          <a:xfrm rot="10800000">
            <a:off x="2580125" y="3499537"/>
            <a:ext cx="0" cy="687600"/>
          </a:xfrm>
          <a:prstGeom prst="straightConnector1">
            <a:avLst/>
          </a:prstGeom>
          <a:noFill/>
          <a:ln cap="flat" cmpd="sng" w="9525">
            <a:solidFill>
              <a:srgbClr val="D9D9D9"/>
            </a:solidFill>
            <a:prstDash val="solid"/>
            <a:round/>
            <a:headEnd len="med" w="med" type="none"/>
            <a:tailEnd len="med" w="med" type="none"/>
          </a:ln>
        </p:spPr>
      </p:cxnSp>
      <p:sp>
        <p:nvSpPr>
          <p:cNvPr id="760" name="Google Shape;760;p45"/>
          <p:cNvSpPr txBox="1"/>
          <p:nvPr/>
        </p:nvSpPr>
        <p:spPr>
          <a:xfrm>
            <a:off x="1078700" y="3839113"/>
            <a:ext cx="13503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対象外とする業務や機能</a:t>
            </a:r>
            <a:endParaRPr sz="800">
              <a:solidFill>
                <a:srgbClr val="666666"/>
              </a:solidFill>
              <a:latin typeface="Noto Sans JP"/>
              <a:ea typeface="Noto Sans JP"/>
              <a:cs typeface="Noto Sans JP"/>
              <a:sym typeface="Noto Sans J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4" name="Shape 764"/>
        <p:cNvGrpSpPr/>
        <p:nvPr/>
      </p:nvGrpSpPr>
      <p:grpSpPr>
        <a:xfrm>
          <a:off x="0" y="0"/>
          <a:ext cx="0" cy="0"/>
          <a:chOff x="0" y="0"/>
          <a:chExt cx="0" cy="0"/>
        </a:xfrm>
      </p:grpSpPr>
      <p:sp>
        <p:nvSpPr>
          <p:cNvPr id="765" name="Google Shape;765;p46"/>
          <p:cNvSpPr/>
          <p:nvPr/>
        </p:nvSpPr>
        <p:spPr>
          <a:xfrm>
            <a:off x="331275" y="212850"/>
            <a:ext cx="8517600" cy="4717800"/>
          </a:xfrm>
          <a:prstGeom prst="roundRect">
            <a:avLst>
              <a:gd fmla="val 2161"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46"/>
          <p:cNvSpPr/>
          <p:nvPr/>
        </p:nvSpPr>
        <p:spPr>
          <a:xfrm>
            <a:off x="182400" y="433075"/>
            <a:ext cx="1044000" cy="270000"/>
          </a:xfrm>
          <a:prstGeom prst="roundRect">
            <a:avLst>
              <a:gd fmla="val 1041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solidFill>
                  <a:schemeClr val="dk1"/>
                </a:solidFill>
                <a:latin typeface="Calibri"/>
                <a:ea typeface="Calibri"/>
                <a:cs typeface="Calibri"/>
                <a:sym typeface="Calibri"/>
              </a:rPr>
              <a:t>Template</a:t>
            </a:r>
            <a:endParaRPr b="1" sz="1200">
              <a:solidFill>
                <a:schemeClr val="dk1"/>
              </a:solidFill>
              <a:latin typeface="Calibri"/>
              <a:ea typeface="Calibri"/>
              <a:cs typeface="Calibri"/>
              <a:sym typeface="Calibri"/>
            </a:endParaRPr>
          </a:p>
        </p:txBody>
      </p:sp>
      <p:sp>
        <p:nvSpPr>
          <p:cNvPr id="767" name="Google Shape;767;p46"/>
          <p:cNvSpPr/>
          <p:nvPr/>
        </p:nvSpPr>
        <p:spPr>
          <a:xfrm>
            <a:off x="851250" y="842512"/>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68" name="Google Shape;768;p46"/>
          <p:cNvSpPr txBox="1"/>
          <p:nvPr/>
        </p:nvSpPr>
        <p:spPr>
          <a:xfrm>
            <a:off x="1078692" y="1058180"/>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Delivery</a:t>
            </a:r>
            <a:endParaRPr b="1" sz="1000">
              <a:solidFill>
                <a:schemeClr val="accent1"/>
              </a:solidFill>
              <a:latin typeface="Noto Sans JP"/>
              <a:ea typeface="Noto Sans JP"/>
              <a:cs typeface="Noto Sans JP"/>
              <a:sym typeface="Noto Sans JP"/>
            </a:endParaRPr>
          </a:p>
        </p:txBody>
      </p:sp>
      <p:sp>
        <p:nvSpPr>
          <p:cNvPr id="769" name="Google Shape;769;p46"/>
          <p:cNvSpPr txBox="1"/>
          <p:nvPr/>
        </p:nvSpPr>
        <p:spPr>
          <a:xfrm>
            <a:off x="2815800" y="936112"/>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70" name="Google Shape;770;p46"/>
          <p:cNvCxnSpPr/>
          <p:nvPr/>
        </p:nvCxnSpPr>
        <p:spPr>
          <a:xfrm rot="10800000">
            <a:off x="2580125" y="948712"/>
            <a:ext cx="0" cy="687600"/>
          </a:xfrm>
          <a:prstGeom prst="straightConnector1">
            <a:avLst/>
          </a:prstGeom>
          <a:noFill/>
          <a:ln cap="flat" cmpd="sng" w="9525">
            <a:solidFill>
              <a:srgbClr val="D9D9D9"/>
            </a:solidFill>
            <a:prstDash val="solid"/>
            <a:round/>
            <a:headEnd len="med" w="med" type="none"/>
            <a:tailEnd len="med" w="med" type="none"/>
          </a:ln>
        </p:spPr>
      </p:cxnSp>
      <p:sp>
        <p:nvSpPr>
          <p:cNvPr id="771" name="Google Shape;771;p46"/>
          <p:cNvSpPr txBox="1"/>
          <p:nvPr/>
        </p:nvSpPr>
        <p:spPr>
          <a:xfrm>
            <a:off x="1078700" y="1288288"/>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納期やリリースに関してやらないことや求めないこと</a:t>
            </a:r>
            <a:endParaRPr sz="800">
              <a:solidFill>
                <a:srgbClr val="666666"/>
              </a:solidFill>
              <a:latin typeface="Noto Sans JP"/>
              <a:ea typeface="Noto Sans JP"/>
              <a:cs typeface="Noto Sans JP"/>
              <a:sym typeface="Noto Sans JP"/>
            </a:endParaRPr>
          </a:p>
        </p:txBody>
      </p:sp>
      <p:sp>
        <p:nvSpPr>
          <p:cNvPr id="772" name="Google Shape;772;p46"/>
          <p:cNvSpPr/>
          <p:nvPr/>
        </p:nvSpPr>
        <p:spPr>
          <a:xfrm>
            <a:off x="851250" y="186168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73" name="Google Shape;773;p46"/>
          <p:cNvSpPr txBox="1"/>
          <p:nvPr/>
        </p:nvSpPr>
        <p:spPr>
          <a:xfrm>
            <a:off x="1078692" y="207735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Cost</a:t>
            </a:r>
            <a:endParaRPr b="1" sz="1000">
              <a:solidFill>
                <a:schemeClr val="accent1"/>
              </a:solidFill>
              <a:latin typeface="Noto Sans JP"/>
              <a:ea typeface="Noto Sans JP"/>
              <a:cs typeface="Noto Sans JP"/>
              <a:sym typeface="Noto Sans JP"/>
            </a:endParaRPr>
          </a:p>
        </p:txBody>
      </p:sp>
      <p:sp>
        <p:nvSpPr>
          <p:cNvPr id="774" name="Google Shape;774;p46"/>
          <p:cNvSpPr txBox="1"/>
          <p:nvPr/>
        </p:nvSpPr>
        <p:spPr>
          <a:xfrm>
            <a:off x="2815800" y="1955287"/>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75" name="Google Shape;775;p46"/>
          <p:cNvCxnSpPr/>
          <p:nvPr/>
        </p:nvCxnSpPr>
        <p:spPr>
          <a:xfrm rot="10800000">
            <a:off x="2580125" y="1967887"/>
            <a:ext cx="0" cy="687600"/>
          </a:xfrm>
          <a:prstGeom prst="straightConnector1">
            <a:avLst/>
          </a:prstGeom>
          <a:noFill/>
          <a:ln cap="flat" cmpd="sng" w="9525">
            <a:solidFill>
              <a:srgbClr val="D9D9D9"/>
            </a:solidFill>
            <a:prstDash val="solid"/>
            <a:round/>
            <a:headEnd len="med" w="med" type="none"/>
            <a:tailEnd len="med" w="med" type="none"/>
          </a:ln>
        </p:spPr>
      </p:cxnSp>
      <p:sp>
        <p:nvSpPr>
          <p:cNvPr id="776" name="Google Shape;776;p46"/>
          <p:cNvSpPr txBox="1"/>
          <p:nvPr/>
        </p:nvSpPr>
        <p:spPr>
          <a:xfrm>
            <a:off x="1078700" y="2307463"/>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リソースおよび作業コストに関してやらないこと</a:t>
            </a:r>
            <a:endParaRPr sz="800">
              <a:solidFill>
                <a:srgbClr val="666666"/>
              </a:solidFill>
              <a:latin typeface="Noto Sans JP"/>
              <a:ea typeface="Noto Sans JP"/>
              <a:cs typeface="Noto Sans JP"/>
              <a:sym typeface="Noto Sans JP"/>
            </a:endParaRPr>
          </a:p>
        </p:txBody>
      </p:sp>
      <p:sp>
        <p:nvSpPr>
          <p:cNvPr id="777" name="Google Shape;777;p46"/>
          <p:cNvSpPr/>
          <p:nvPr/>
        </p:nvSpPr>
        <p:spPr>
          <a:xfrm>
            <a:off x="851250" y="2880862"/>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78" name="Google Shape;778;p46"/>
          <p:cNvSpPr txBox="1"/>
          <p:nvPr/>
        </p:nvSpPr>
        <p:spPr>
          <a:xfrm>
            <a:off x="1078692" y="3096530"/>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Quality</a:t>
            </a:r>
            <a:endParaRPr b="1" sz="1000">
              <a:solidFill>
                <a:schemeClr val="accent1"/>
              </a:solidFill>
              <a:latin typeface="Noto Sans JP"/>
              <a:ea typeface="Noto Sans JP"/>
              <a:cs typeface="Noto Sans JP"/>
              <a:sym typeface="Noto Sans JP"/>
            </a:endParaRPr>
          </a:p>
        </p:txBody>
      </p:sp>
      <p:sp>
        <p:nvSpPr>
          <p:cNvPr id="779" name="Google Shape;779;p46"/>
          <p:cNvSpPr txBox="1"/>
          <p:nvPr/>
        </p:nvSpPr>
        <p:spPr>
          <a:xfrm>
            <a:off x="2815800" y="2974462"/>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a:p>
            <a:pPr indent="-185900" lvl="1" marL="482401"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80" name="Google Shape;780;p46"/>
          <p:cNvCxnSpPr/>
          <p:nvPr/>
        </p:nvCxnSpPr>
        <p:spPr>
          <a:xfrm rot="10800000">
            <a:off x="2580125" y="2987062"/>
            <a:ext cx="0" cy="687600"/>
          </a:xfrm>
          <a:prstGeom prst="straightConnector1">
            <a:avLst/>
          </a:prstGeom>
          <a:noFill/>
          <a:ln cap="flat" cmpd="sng" w="9525">
            <a:solidFill>
              <a:srgbClr val="D9D9D9"/>
            </a:solidFill>
            <a:prstDash val="solid"/>
            <a:round/>
            <a:headEnd len="med" w="med" type="none"/>
            <a:tailEnd len="med" w="med" type="none"/>
          </a:ln>
        </p:spPr>
      </p:cxnSp>
      <p:sp>
        <p:nvSpPr>
          <p:cNvPr id="781" name="Google Shape;781;p46"/>
          <p:cNvSpPr txBox="1"/>
          <p:nvPr/>
        </p:nvSpPr>
        <p:spPr>
          <a:xfrm>
            <a:off x="1078700" y="3326638"/>
            <a:ext cx="1350300" cy="264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品質基準を満たす上でやらないこと</a:t>
            </a:r>
            <a:endParaRPr sz="800">
              <a:solidFill>
                <a:srgbClr val="666666"/>
              </a:solidFill>
              <a:latin typeface="Noto Sans JP"/>
              <a:ea typeface="Noto Sans JP"/>
              <a:cs typeface="Noto Sans JP"/>
              <a:sym typeface="Noto Sans JP"/>
            </a:endParaRPr>
          </a:p>
        </p:txBody>
      </p:sp>
      <p:sp>
        <p:nvSpPr>
          <p:cNvPr id="782" name="Google Shape;782;p46"/>
          <p:cNvSpPr/>
          <p:nvPr/>
        </p:nvSpPr>
        <p:spPr>
          <a:xfrm>
            <a:off x="851250" y="3900037"/>
            <a:ext cx="7441500" cy="900000"/>
          </a:xfrm>
          <a:prstGeom prst="roundRect">
            <a:avLst>
              <a:gd fmla="val 9344"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sz="1000">
              <a:solidFill>
                <a:schemeClr val="dk1"/>
              </a:solidFill>
            </a:endParaRPr>
          </a:p>
        </p:txBody>
      </p:sp>
      <p:sp>
        <p:nvSpPr>
          <p:cNvPr id="783" name="Google Shape;783;p46"/>
          <p:cNvSpPr txBox="1"/>
          <p:nvPr/>
        </p:nvSpPr>
        <p:spPr>
          <a:xfrm>
            <a:off x="1078692" y="4115705"/>
            <a:ext cx="11664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Scope</a:t>
            </a:r>
            <a:endParaRPr b="1" sz="1000">
              <a:solidFill>
                <a:schemeClr val="accent1"/>
              </a:solidFill>
              <a:latin typeface="Noto Sans JP"/>
              <a:ea typeface="Noto Sans JP"/>
              <a:cs typeface="Noto Sans JP"/>
              <a:sym typeface="Noto Sans JP"/>
            </a:endParaRPr>
          </a:p>
        </p:txBody>
      </p:sp>
      <p:sp>
        <p:nvSpPr>
          <p:cNvPr id="784" name="Google Shape;784;p46"/>
          <p:cNvSpPr txBox="1"/>
          <p:nvPr/>
        </p:nvSpPr>
        <p:spPr>
          <a:xfrm>
            <a:off x="2815800" y="3993637"/>
            <a:ext cx="5277000" cy="712800"/>
          </a:xfrm>
          <a:prstGeom prst="rect">
            <a:avLst/>
          </a:prstGeom>
          <a:noFill/>
          <a:ln>
            <a:noFill/>
          </a:ln>
        </p:spPr>
        <p:txBody>
          <a:bodyPr anchorCtr="0" anchor="ctr" bIns="91425" lIns="0" spcFirstLastPara="1" rIns="0" wrap="square" tIns="91425">
            <a:noAutofit/>
          </a:bodyPr>
          <a:lstStyle/>
          <a:p>
            <a:pPr indent="-185900" lvl="0" marL="244800" rtl="0" algn="l">
              <a:lnSpc>
                <a:spcPct val="115000"/>
              </a:lnSpc>
              <a:spcBef>
                <a:spcPts val="0"/>
              </a:spcBef>
              <a:spcAft>
                <a:spcPts val="0"/>
              </a:spcAft>
              <a:buClr>
                <a:schemeClr val="lt1"/>
              </a:buClr>
              <a:buSzPts val="1000"/>
              <a:buFont typeface="Noto Sans JP"/>
              <a:buChar char="●"/>
            </a:pPr>
            <a:r>
              <a:rPr lang="ja" sz="1000">
                <a:solidFill>
                  <a:schemeClr val="lt1"/>
                </a:solidFill>
                <a:latin typeface="Noto Sans JP"/>
                <a:ea typeface="Noto Sans JP"/>
                <a:cs typeface="Noto Sans JP"/>
                <a:sym typeface="Noto Sans JP"/>
              </a:rPr>
              <a:t>Type Something…</a:t>
            </a:r>
            <a:endParaRPr sz="1000">
              <a:solidFill>
                <a:schemeClr val="lt1"/>
              </a:solidFill>
              <a:latin typeface="Noto Sans JP"/>
              <a:ea typeface="Noto Sans JP"/>
              <a:cs typeface="Noto Sans JP"/>
              <a:sym typeface="Noto Sans JP"/>
            </a:endParaRPr>
          </a:p>
        </p:txBody>
      </p:sp>
      <p:cxnSp>
        <p:nvCxnSpPr>
          <p:cNvPr id="785" name="Google Shape;785;p46"/>
          <p:cNvCxnSpPr/>
          <p:nvPr/>
        </p:nvCxnSpPr>
        <p:spPr>
          <a:xfrm rot="10800000">
            <a:off x="2580125" y="4006237"/>
            <a:ext cx="0" cy="687600"/>
          </a:xfrm>
          <a:prstGeom prst="straightConnector1">
            <a:avLst/>
          </a:prstGeom>
          <a:noFill/>
          <a:ln cap="flat" cmpd="sng" w="9525">
            <a:solidFill>
              <a:srgbClr val="D9D9D9"/>
            </a:solidFill>
            <a:prstDash val="solid"/>
            <a:round/>
            <a:headEnd len="med" w="med" type="none"/>
            <a:tailEnd len="med" w="med" type="none"/>
          </a:ln>
        </p:spPr>
      </p:cxnSp>
      <p:sp>
        <p:nvSpPr>
          <p:cNvPr id="786" name="Google Shape;786;p46"/>
          <p:cNvSpPr txBox="1"/>
          <p:nvPr/>
        </p:nvSpPr>
        <p:spPr>
          <a:xfrm>
            <a:off x="1078700" y="4345813"/>
            <a:ext cx="13503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800">
                <a:solidFill>
                  <a:srgbClr val="666666"/>
                </a:solidFill>
                <a:latin typeface="Noto Sans JP"/>
                <a:ea typeface="Noto Sans JP"/>
                <a:cs typeface="Noto Sans JP"/>
                <a:sym typeface="Noto Sans JP"/>
              </a:rPr>
              <a:t>対象外とする業務や機能</a:t>
            </a:r>
            <a:endParaRPr sz="800">
              <a:solidFill>
                <a:srgbClr val="666666"/>
              </a:solidFill>
              <a:latin typeface="Noto Sans JP"/>
              <a:ea typeface="Noto Sans JP"/>
              <a:cs typeface="Noto Sans JP"/>
              <a:sym typeface="Noto Sans JP"/>
            </a:endParaRPr>
          </a:p>
        </p:txBody>
      </p:sp>
      <p:sp>
        <p:nvSpPr>
          <p:cNvPr id="787" name="Google Shape;787;p46"/>
          <p:cNvSpPr txBox="1"/>
          <p:nvPr/>
        </p:nvSpPr>
        <p:spPr>
          <a:xfrm>
            <a:off x="1972875" y="491125"/>
            <a:ext cx="5234400" cy="1539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ja" sz="1000">
                <a:solidFill>
                  <a:schemeClr val="lt1"/>
                </a:solidFill>
                <a:latin typeface="Noto Sans JP"/>
                <a:ea typeface="Noto Sans JP"/>
                <a:cs typeface="Noto Sans JP"/>
                <a:sym typeface="Noto Sans JP"/>
              </a:rPr>
              <a:t>Not Todo List に選ばれた3つのカテゴリにコピーするためのパターンライブラリ</a:t>
            </a:r>
            <a:endParaRPr b="1" sz="1000">
              <a:solidFill>
                <a:schemeClr val="lt1"/>
              </a:solidFill>
              <a:latin typeface="Noto Sans JP"/>
              <a:ea typeface="Noto Sans JP"/>
              <a:cs typeface="Noto Sans JP"/>
              <a:sym typeface="Noto Sans JP"/>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47"/>
          <p:cNvSpPr txBox="1"/>
          <p:nvPr>
            <p:ph type="title"/>
          </p:nvPr>
        </p:nvSpPr>
        <p:spPr>
          <a:xfrm>
            <a:off x="1188000" y="1980000"/>
            <a:ext cx="7956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ja"/>
              <a:t>Technical Information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48"/>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 ｜ </a:t>
            </a:r>
            <a:r>
              <a:rPr lang="ja">
                <a:solidFill>
                  <a:schemeClr val="accent1"/>
                </a:solidFill>
              </a:rPr>
              <a:t>システム構成</a:t>
            </a:r>
            <a:endParaRPr/>
          </a:p>
        </p:txBody>
      </p:sp>
      <p:sp>
        <p:nvSpPr>
          <p:cNvPr id="798" name="Google Shape;798;p48"/>
          <p:cNvSpPr/>
          <p:nvPr>
            <p:ph idx="2" type="pic"/>
          </p:nvPr>
        </p:nvSpPr>
        <p:spPr>
          <a:xfrm>
            <a:off x="450000" y="555800"/>
            <a:ext cx="8280000" cy="4032000"/>
          </a:xfrm>
          <a:prstGeom prst="roundRect">
            <a:avLst>
              <a:gd fmla="val 16667" name="adj"/>
            </a:avLst>
          </a:prstGeom>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49"/>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 ｜ </a:t>
            </a:r>
            <a:r>
              <a:rPr lang="ja">
                <a:solidFill>
                  <a:schemeClr val="accent1"/>
                </a:solidFill>
              </a:rPr>
              <a:t>システム構成</a:t>
            </a:r>
            <a:endParaRPr/>
          </a:p>
        </p:txBody>
      </p:sp>
      <p:sp>
        <p:nvSpPr>
          <p:cNvPr id="804" name="Google Shape;804;p49"/>
          <p:cNvSpPr/>
          <p:nvPr>
            <p:ph idx="2" type="pic"/>
          </p:nvPr>
        </p:nvSpPr>
        <p:spPr>
          <a:xfrm>
            <a:off x="450000" y="555800"/>
            <a:ext cx="8280000" cy="4032000"/>
          </a:xfrm>
          <a:prstGeom prst="roundRect">
            <a:avLst>
              <a:gd fmla="val 16667" name="adj"/>
            </a:avLst>
          </a:prstGeom>
        </p:spPr>
      </p:sp>
      <p:pic>
        <p:nvPicPr>
          <p:cNvPr id="805" name="Google Shape;805;p49"/>
          <p:cNvPicPr preferRelativeResize="0"/>
          <p:nvPr/>
        </p:nvPicPr>
        <p:blipFill>
          <a:blip r:embed="rId3">
            <a:alphaModFix/>
          </a:blip>
          <a:stretch>
            <a:fillRect/>
          </a:stretch>
        </p:blipFill>
        <p:spPr>
          <a:xfrm>
            <a:off x="1849275" y="633975"/>
            <a:ext cx="5481452" cy="3875550"/>
          </a:xfrm>
          <a:prstGeom prst="rect">
            <a:avLst/>
          </a:prstGeom>
          <a:noFill/>
          <a:ln>
            <a:noFill/>
          </a:ln>
        </p:spPr>
      </p:pic>
      <p:sp>
        <p:nvSpPr>
          <p:cNvPr id="806" name="Google Shape;806;p49"/>
          <p:cNvSpPr txBox="1"/>
          <p:nvPr>
            <p:ph type="title"/>
          </p:nvPr>
        </p:nvSpPr>
        <p:spPr>
          <a:xfrm>
            <a:off x="1849200" y="2394050"/>
            <a:ext cx="5481600" cy="355500"/>
          </a:xfrm>
          <a:prstGeom prst="rect">
            <a:avLst/>
          </a:prstGeom>
          <a:solidFill>
            <a:srgbClr val="000000">
              <a:alpha val="48100"/>
            </a:srgbClr>
          </a:solidFill>
        </p:spPr>
        <p:txBody>
          <a:bodyPr anchorCtr="0" anchor="t" bIns="54000" lIns="0" spcFirstLastPara="1" rIns="0" wrap="square" tIns="54000">
            <a:spAutoFit/>
          </a:bodyPr>
          <a:lstStyle/>
          <a:p>
            <a:pPr indent="0" lvl="0" marL="0" rtl="0" algn="ctr">
              <a:spcBef>
                <a:spcPts val="0"/>
              </a:spcBef>
              <a:spcAft>
                <a:spcPts val="0"/>
              </a:spcAft>
              <a:buNone/>
            </a:pPr>
            <a:r>
              <a:rPr lang="ja">
                <a:solidFill>
                  <a:srgbClr val="FFFFFF"/>
                </a:solidFill>
              </a:rPr>
              <a:t>Sample Image</a:t>
            </a:r>
            <a:endParaRPr>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50"/>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a:t>
            </a:r>
            <a:r>
              <a:rPr lang="ja"/>
              <a:t> ｜ </a:t>
            </a:r>
            <a:r>
              <a:rPr lang="ja">
                <a:solidFill>
                  <a:schemeClr val="accent1"/>
                </a:solidFill>
              </a:rPr>
              <a:t>採用技術</a:t>
            </a:r>
            <a:endParaRPr/>
          </a:p>
        </p:txBody>
      </p:sp>
      <p:graphicFrame>
        <p:nvGraphicFramePr>
          <p:cNvPr id="812" name="Google Shape;812;p50"/>
          <p:cNvGraphicFramePr/>
          <p:nvPr/>
        </p:nvGraphicFramePr>
        <p:xfrm>
          <a:off x="1372713" y="824778"/>
          <a:ext cx="3000000" cy="3000000"/>
        </p:xfrm>
        <a:graphic>
          <a:graphicData uri="http://schemas.openxmlformats.org/drawingml/2006/table">
            <a:tbl>
              <a:tblPr>
                <a:noFill/>
                <a:tableStyleId>{8F216753-BB0D-48B7-8646-87B62376C550}</a:tableStyleId>
              </a:tblPr>
              <a:tblGrid>
                <a:gridCol w="1557900"/>
                <a:gridCol w="1999300"/>
                <a:gridCol w="2877375"/>
              </a:tblGrid>
              <a:tr h="439925">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Category</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Tech items</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ja" sz="800">
                          <a:solidFill>
                            <a:schemeClr val="lt1"/>
                          </a:solidFill>
                          <a:latin typeface="Noto Sans JP"/>
                          <a:ea typeface="Noto Sans JP"/>
                          <a:cs typeface="Noto Sans JP"/>
                          <a:sym typeface="Noto Sans JP"/>
                        </a:rPr>
                        <a:t>Note</a:t>
                      </a:r>
                      <a:endParaRPr b="1" sz="8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rgbClr val="D9D9D9"/>
                      </a:solidFill>
                      <a:prstDash val="solid"/>
                      <a:round/>
                      <a:headEnd len="sm" w="sm" type="none"/>
                      <a:tailEnd len="sm" w="sm" type="none"/>
                    </a:lnB>
                    <a:solidFill>
                      <a:schemeClr val="lt2"/>
                    </a:solidFill>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Frontend</a:t>
                      </a:r>
                      <a:endParaRPr sz="1000">
                        <a:solidFill>
                          <a:schemeClr val="lt1"/>
                        </a:solidFill>
                        <a:latin typeface="Noto Sans JP"/>
                        <a:ea typeface="Noto Sans JP"/>
                        <a:cs typeface="Noto Sans JP"/>
                        <a:sym typeface="Noto Sans JP"/>
                      </a:endParaRPr>
                    </a:p>
                  </a:txBody>
                  <a:tcPr marT="90000"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React.js</a:t>
                      </a:r>
                      <a:endParaRPr b="1" sz="1000">
                        <a:solidFill>
                          <a:schemeClr val="accen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補足説明があればここに記入補足説明があればここに記入補足説明があればここに記入</a:t>
                      </a:r>
                      <a:endParaRPr sz="900">
                        <a:solidFill>
                          <a:schemeClr val="lt1"/>
                        </a:solidFill>
                        <a:latin typeface="Noto Sans JP"/>
                        <a:ea typeface="Noto Sans JP"/>
                        <a:cs typeface="Noto Sans JP"/>
                        <a:sym typeface="Noto Sans JP"/>
                      </a:endParaRPr>
                    </a:p>
                  </a:txBody>
                  <a:tcPr marT="90000"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Backend</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node.js</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補足説明があればここに記入補足説明があればここに記入補足説明があればここに記入</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Mobile App</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iOS: ReactNative</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ja" sz="900">
                          <a:solidFill>
                            <a:schemeClr val="lt1"/>
                          </a:solidFill>
                          <a:latin typeface="Noto Sans JP"/>
                          <a:ea typeface="Noto Sans JP"/>
                          <a:cs typeface="Noto Sans JP"/>
                          <a:sym typeface="Noto Sans JP"/>
                        </a:rPr>
                        <a:t>補足説明があればここに記入</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Cloud Service</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AWS</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Data Storage</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ja" sz="1000">
                          <a:solidFill>
                            <a:schemeClr val="accent1"/>
                          </a:solidFill>
                          <a:latin typeface="Noto Sans JP"/>
                          <a:ea typeface="Noto Sans JP"/>
                          <a:cs typeface="Noto Sans JP"/>
                          <a:sym typeface="Noto Sans JP"/>
                        </a:rPr>
                        <a:t>MySQL</a:t>
                      </a:r>
                      <a:endParaRPr b="1" sz="1000">
                        <a:solidFill>
                          <a:schemeClr val="accent1"/>
                        </a:solidFill>
                        <a:latin typeface="Noto Sans JP"/>
                        <a:ea typeface="Noto Sans JP"/>
                        <a:cs typeface="Noto Sans JP"/>
                        <a:sym typeface="Noto Sans JP"/>
                      </a:endParaRPr>
                    </a:p>
                    <a:p>
                      <a:pPr indent="0" lvl="0" marL="0" rtl="0" algn="l">
                        <a:lnSpc>
                          <a:spcPct val="115000"/>
                        </a:lnSpc>
                        <a:spcBef>
                          <a:spcPts val="0"/>
                        </a:spcBef>
                        <a:spcAft>
                          <a:spcPts val="0"/>
                        </a:spcAft>
                        <a:buNone/>
                      </a:pPr>
                      <a:r>
                        <a:rPr b="1" lang="ja" sz="1000">
                          <a:solidFill>
                            <a:schemeClr val="accent1"/>
                          </a:solidFill>
                          <a:latin typeface="Noto Sans JP"/>
                          <a:ea typeface="Noto Sans JP"/>
                          <a:cs typeface="Noto Sans JP"/>
                          <a:sym typeface="Noto Sans JP"/>
                        </a:rPr>
                        <a:t>MongoDB</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508700">
                <a:tc>
                  <a:txBody>
                    <a:bodyPr/>
                    <a:lstStyle/>
                    <a:p>
                      <a:pPr indent="0" lvl="0" marL="0" rtl="0" algn="l">
                        <a:spcBef>
                          <a:spcPts val="0"/>
                        </a:spcBef>
                        <a:spcAft>
                          <a:spcPts val="0"/>
                        </a:spcAft>
                        <a:buNone/>
                      </a:pPr>
                      <a:r>
                        <a:rPr lang="ja" sz="1000">
                          <a:solidFill>
                            <a:schemeClr val="lt1"/>
                          </a:solidFill>
                          <a:latin typeface="Noto Sans JP"/>
                          <a:ea typeface="Noto Sans JP"/>
                          <a:cs typeface="Noto Sans JP"/>
                          <a:sym typeface="Noto Sans JP"/>
                        </a:rPr>
                        <a:t>Others</a:t>
                      </a:r>
                      <a:endParaRPr sz="1000">
                        <a:solidFill>
                          <a:schemeClr val="lt1"/>
                        </a:solidFill>
                        <a:latin typeface="Noto Sans JP"/>
                        <a:ea typeface="Noto Sans JP"/>
                        <a:cs typeface="Noto Sans JP"/>
                        <a:sym typeface="Noto Sans JP"/>
                      </a:endParaRPr>
                    </a:p>
                  </a:txBody>
                  <a:tcPr marT="91425" marB="91425" marR="180000" marL="180000" anchor="ctr">
                    <a:lnL cap="flat" cmpd="sng" w="9525">
                      <a:solidFill>
                        <a:schemeClr val="dk2">
                          <a:alpha val="0"/>
                        </a:scheme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b="1" sz="1000">
                        <a:solidFill>
                          <a:schemeClr val="accen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t/>
                      </a:r>
                      <a:endParaRPr sz="900">
                        <a:solidFill>
                          <a:schemeClr val="lt1"/>
                        </a:solidFill>
                        <a:latin typeface="Noto Sans JP"/>
                        <a:ea typeface="Noto Sans JP"/>
                        <a:cs typeface="Noto Sans JP"/>
                        <a:sym typeface="Noto Sans JP"/>
                      </a:endParaRPr>
                    </a:p>
                  </a:txBody>
                  <a:tcPr marT="91425" marB="91425" marR="180000" marL="180000" anchor="ctr">
                    <a:lnL cap="flat" cmpd="sng" w="9525">
                      <a:solidFill>
                        <a:srgbClr val="D9D9D9">
                          <a:alpha val="0"/>
                        </a:srgbClr>
                      </a:solidFill>
                      <a:prstDash val="solid"/>
                      <a:round/>
                      <a:headEnd len="sm" w="sm" type="none"/>
                      <a:tailEnd len="sm" w="sm" type="none"/>
                    </a:lnL>
                    <a:lnR cap="flat" cmpd="sng" w="9525">
                      <a:solidFill>
                        <a:srgbClr val="D9D9D9">
                          <a:alpha val="0"/>
                        </a:srgbClr>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chemeClr val="dk2">
                          <a:alpha val="0"/>
                        </a:schemeClr>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51"/>
          <p:cNvSpPr/>
          <p:nvPr/>
        </p:nvSpPr>
        <p:spPr>
          <a:xfrm>
            <a:off x="450000" y="819550"/>
            <a:ext cx="4014300" cy="18747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51"/>
          <p:cNvSpPr txBox="1"/>
          <p:nvPr>
            <p:ph idx="1" type="subTitle"/>
          </p:nvPr>
        </p:nvSpPr>
        <p:spPr>
          <a:xfrm>
            <a:off x="194921" y="98646"/>
            <a:ext cx="8280000" cy="232200"/>
          </a:xfrm>
          <a:prstGeom prst="rect">
            <a:avLst/>
          </a:prstGeom>
        </p:spPr>
        <p:txBody>
          <a:bodyPr anchorCtr="0" anchor="t" bIns="54000" lIns="0" spcFirstLastPara="1" rIns="0" wrap="square" tIns="54000">
            <a:spAutoFit/>
          </a:bodyPr>
          <a:lstStyle/>
          <a:p>
            <a:pPr indent="0" lvl="0" marL="0" rtl="0" algn="l">
              <a:spcBef>
                <a:spcPts val="0"/>
              </a:spcBef>
              <a:spcAft>
                <a:spcPts val="1600"/>
              </a:spcAft>
              <a:buNone/>
            </a:pPr>
            <a:r>
              <a:rPr lang="ja"/>
              <a:t>Technical Information ｜ </a:t>
            </a:r>
            <a:r>
              <a:rPr lang="ja">
                <a:solidFill>
                  <a:schemeClr val="accent1"/>
                </a:solidFill>
              </a:rPr>
              <a:t>採用技術</a:t>
            </a:r>
            <a:endParaRPr/>
          </a:p>
        </p:txBody>
      </p:sp>
      <p:sp>
        <p:nvSpPr>
          <p:cNvPr id="819" name="Google Shape;819;p51"/>
          <p:cNvSpPr txBox="1"/>
          <p:nvPr>
            <p:ph type="title"/>
          </p:nvPr>
        </p:nvSpPr>
        <p:spPr>
          <a:xfrm>
            <a:off x="431994" y="324695"/>
            <a:ext cx="8280000" cy="3717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None/>
            </a:pPr>
            <a:r>
              <a:rPr b="1" lang="ja">
                <a:solidFill>
                  <a:srgbClr val="3D3A39"/>
                </a:solidFill>
                <a:latin typeface="Noto Sans JP"/>
                <a:ea typeface="Noto Sans JP"/>
                <a:cs typeface="Noto Sans JP"/>
                <a:sym typeface="Noto Sans JP"/>
              </a:rPr>
              <a:t>Technical Issues</a:t>
            </a:r>
            <a:endParaRPr b="1">
              <a:solidFill>
                <a:srgbClr val="3D3A39"/>
              </a:solidFill>
              <a:latin typeface="Noto Sans JP"/>
              <a:ea typeface="Noto Sans JP"/>
              <a:cs typeface="Noto Sans JP"/>
              <a:sym typeface="Noto Sans JP"/>
            </a:endParaRPr>
          </a:p>
        </p:txBody>
      </p:sp>
      <p:sp>
        <p:nvSpPr>
          <p:cNvPr id="820" name="Google Shape;820;p51"/>
          <p:cNvSpPr txBox="1"/>
          <p:nvPr/>
        </p:nvSpPr>
        <p:spPr>
          <a:xfrm>
            <a:off x="723150" y="1231275"/>
            <a:ext cx="3468000" cy="746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ja" sz="1000">
                <a:solidFill>
                  <a:schemeClr val="lt1"/>
                </a:solidFill>
                <a:latin typeface="Noto Sans JP"/>
                <a:ea typeface="Noto Sans JP"/>
                <a:cs typeface="Noto Sans JP"/>
                <a:sym typeface="Noto Sans JP"/>
              </a:rPr>
              <a:t>画像認識処理はユーザが投稿した写真を判断するが、機械学習での教師データとなる乱れた画像を用意する方法を検討していない</a:t>
            </a:r>
            <a:endParaRPr b="1" sz="1000">
              <a:solidFill>
                <a:schemeClr val="lt1"/>
              </a:solidFill>
              <a:latin typeface="Noto Sans JP"/>
              <a:ea typeface="Noto Sans JP"/>
              <a:cs typeface="Noto Sans JP"/>
              <a:sym typeface="Noto Sans JP"/>
            </a:endParaRPr>
          </a:p>
        </p:txBody>
      </p:sp>
      <p:cxnSp>
        <p:nvCxnSpPr>
          <p:cNvPr id="821" name="Google Shape;821;p51"/>
          <p:cNvCxnSpPr/>
          <p:nvPr/>
        </p:nvCxnSpPr>
        <p:spPr>
          <a:xfrm>
            <a:off x="723150" y="2082404"/>
            <a:ext cx="3468000" cy="0"/>
          </a:xfrm>
          <a:prstGeom prst="straightConnector1">
            <a:avLst/>
          </a:prstGeom>
          <a:noFill/>
          <a:ln cap="flat" cmpd="sng" w="9525">
            <a:solidFill>
              <a:srgbClr val="CCCCCC"/>
            </a:solidFill>
            <a:prstDash val="dot"/>
            <a:round/>
            <a:headEnd len="med" w="med" type="none"/>
            <a:tailEnd len="med" w="med" type="none"/>
          </a:ln>
        </p:spPr>
      </p:cxnSp>
      <p:sp>
        <p:nvSpPr>
          <p:cNvPr id="822" name="Google Shape;822;p51"/>
          <p:cNvSpPr txBox="1"/>
          <p:nvPr/>
        </p:nvSpPr>
        <p:spPr>
          <a:xfrm>
            <a:off x="723150" y="2182274"/>
            <a:ext cx="3468000" cy="355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補足説明があればここに記載する。補足説明があればここに記載する。</a:t>
            </a:r>
            <a:r>
              <a:rPr lang="ja" sz="700">
                <a:solidFill>
                  <a:srgbClr val="666666"/>
                </a:solidFill>
                <a:latin typeface="Noto Sans JP"/>
                <a:ea typeface="Noto Sans JP"/>
                <a:cs typeface="Noto Sans JP"/>
                <a:sym typeface="Noto Sans JP"/>
              </a:rPr>
              <a:t>補足説明があればここに記載する。補足説明があればここに記載する。補足説明があればここに記載する。補足説明があればここに記載する。</a:t>
            </a:r>
            <a:endParaRPr sz="700">
              <a:solidFill>
                <a:srgbClr val="666666"/>
              </a:solidFill>
              <a:latin typeface="Noto Sans JP"/>
              <a:ea typeface="Noto Sans JP"/>
              <a:cs typeface="Noto Sans JP"/>
              <a:sym typeface="Noto Sans JP"/>
            </a:endParaRPr>
          </a:p>
        </p:txBody>
      </p:sp>
      <p:sp>
        <p:nvSpPr>
          <p:cNvPr id="823" name="Google Shape;823;p51"/>
          <p:cNvSpPr/>
          <p:nvPr/>
        </p:nvSpPr>
        <p:spPr>
          <a:xfrm rot="-1458">
            <a:off x="685661" y="990938"/>
            <a:ext cx="707400" cy="191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Issue 1</a:t>
            </a:r>
            <a:endParaRPr sz="800">
              <a:solidFill>
                <a:srgbClr val="FFFFFF"/>
              </a:solidFill>
              <a:latin typeface="Epilogue SemiBold"/>
              <a:ea typeface="Epilogue SemiBold"/>
              <a:cs typeface="Epilogue SemiBold"/>
              <a:sym typeface="Epilogue SemiBold"/>
            </a:endParaRPr>
          </a:p>
        </p:txBody>
      </p:sp>
      <p:sp>
        <p:nvSpPr>
          <p:cNvPr id="824" name="Google Shape;824;p51"/>
          <p:cNvSpPr/>
          <p:nvPr/>
        </p:nvSpPr>
        <p:spPr>
          <a:xfrm>
            <a:off x="4715700" y="819550"/>
            <a:ext cx="4014300" cy="18747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1"/>
          <p:cNvSpPr txBox="1"/>
          <p:nvPr/>
        </p:nvSpPr>
        <p:spPr>
          <a:xfrm>
            <a:off x="4988850" y="1231275"/>
            <a:ext cx="3468000" cy="746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ja" sz="1000">
                <a:solidFill>
                  <a:schemeClr val="lt1"/>
                </a:solidFill>
                <a:latin typeface="Noto Sans JP"/>
                <a:ea typeface="Noto Sans JP"/>
                <a:cs typeface="Noto Sans JP"/>
                <a:sym typeface="Noto Sans JP"/>
              </a:rPr>
              <a:t>Issue Comment...</a:t>
            </a:r>
            <a:endParaRPr b="1" sz="1000">
              <a:solidFill>
                <a:schemeClr val="lt1"/>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b="1" sz="1000">
              <a:solidFill>
                <a:schemeClr val="lt1"/>
              </a:solidFill>
              <a:latin typeface="Noto Sans JP"/>
              <a:ea typeface="Noto Sans JP"/>
              <a:cs typeface="Noto Sans JP"/>
              <a:sym typeface="Noto Sans JP"/>
            </a:endParaRPr>
          </a:p>
        </p:txBody>
      </p:sp>
      <p:cxnSp>
        <p:nvCxnSpPr>
          <p:cNvPr id="826" name="Google Shape;826;p51"/>
          <p:cNvCxnSpPr/>
          <p:nvPr/>
        </p:nvCxnSpPr>
        <p:spPr>
          <a:xfrm>
            <a:off x="4988850" y="2082404"/>
            <a:ext cx="3468000" cy="0"/>
          </a:xfrm>
          <a:prstGeom prst="straightConnector1">
            <a:avLst/>
          </a:prstGeom>
          <a:noFill/>
          <a:ln cap="flat" cmpd="sng" w="9525">
            <a:solidFill>
              <a:srgbClr val="CCCCCC"/>
            </a:solidFill>
            <a:prstDash val="dot"/>
            <a:round/>
            <a:headEnd len="med" w="med" type="none"/>
            <a:tailEnd len="med" w="med" type="none"/>
          </a:ln>
        </p:spPr>
      </p:cxnSp>
      <p:sp>
        <p:nvSpPr>
          <p:cNvPr id="827" name="Google Shape;827;p51"/>
          <p:cNvSpPr txBox="1"/>
          <p:nvPr/>
        </p:nvSpPr>
        <p:spPr>
          <a:xfrm>
            <a:off x="4988850" y="2182274"/>
            <a:ext cx="34680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ja" sz="700">
                <a:solidFill>
                  <a:srgbClr val="666666"/>
                </a:solidFill>
                <a:latin typeface="Noto Sans JP"/>
                <a:ea typeface="Noto Sans JP"/>
                <a:cs typeface="Noto Sans JP"/>
                <a:sym typeface="Noto Sans JP"/>
              </a:rPr>
              <a:t>Type note...</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700">
              <a:solidFill>
                <a:srgbClr val="666666"/>
              </a:solidFill>
              <a:latin typeface="Noto Sans JP"/>
              <a:ea typeface="Noto Sans JP"/>
              <a:cs typeface="Noto Sans JP"/>
              <a:sym typeface="Noto Sans JP"/>
            </a:endParaRPr>
          </a:p>
        </p:txBody>
      </p:sp>
      <p:sp>
        <p:nvSpPr>
          <p:cNvPr id="828" name="Google Shape;828;p51"/>
          <p:cNvSpPr/>
          <p:nvPr/>
        </p:nvSpPr>
        <p:spPr>
          <a:xfrm rot="-1458">
            <a:off x="4951361" y="990938"/>
            <a:ext cx="707400" cy="191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Issue 2</a:t>
            </a:r>
            <a:endParaRPr sz="800">
              <a:solidFill>
                <a:srgbClr val="FFFFFF"/>
              </a:solidFill>
              <a:latin typeface="Epilogue SemiBold"/>
              <a:ea typeface="Epilogue SemiBold"/>
              <a:cs typeface="Epilogue SemiBold"/>
              <a:sym typeface="Epilogue SemiBold"/>
            </a:endParaRPr>
          </a:p>
        </p:txBody>
      </p:sp>
      <p:sp>
        <p:nvSpPr>
          <p:cNvPr id="829" name="Google Shape;829;p51"/>
          <p:cNvSpPr/>
          <p:nvPr/>
        </p:nvSpPr>
        <p:spPr>
          <a:xfrm>
            <a:off x="450000" y="2889375"/>
            <a:ext cx="4014300" cy="1874700"/>
          </a:xfrm>
          <a:prstGeom prst="roundRect">
            <a:avLst>
              <a:gd fmla="val 5603"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51"/>
          <p:cNvSpPr txBox="1"/>
          <p:nvPr/>
        </p:nvSpPr>
        <p:spPr>
          <a:xfrm>
            <a:off x="723150" y="3301100"/>
            <a:ext cx="3468000" cy="7467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ja" sz="1000">
                <a:solidFill>
                  <a:schemeClr val="lt1"/>
                </a:solidFill>
                <a:latin typeface="Noto Sans JP"/>
                <a:ea typeface="Noto Sans JP"/>
                <a:cs typeface="Noto Sans JP"/>
                <a:sym typeface="Noto Sans JP"/>
              </a:rPr>
              <a:t>Issue Comment...</a:t>
            </a:r>
            <a:endParaRPr b="1" sz="1000">
              <a:solidFill>
                <a:schemeClr val="lt1"/>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b="1" sz="1000">
              <a:solidFill>
                <a:schemeClr val="lt1"/>
              </a:solidFill>
              <a:latin typeface="Noto Sans JP"/>
              <a:ea typeface="Noto Sans JP"/>
              <a:cs typeface="Noto Sans JP"/>
              <a:sym typeface="Noto Sans JP"/>
            </a:endParaRPr>
          </a:p>
        </p:txBody>
      </p:sp>
      <p:cxnSp>
        <p:nvCxnSpPr>
          <p:cNvPr id="831" name="Google Shape;831;p51"/>
          <p:cNvCxnSpPr/>
          <p:nvPr/>
        </p:nvCxnSpPr>
        <p:spPr>
          <a:xfrm>
            <a:off x="723150" y="4152229"/>
            <a:ext cx="3468000" cy="0"/>
          </a:xfrm>
          <a:prstGeom prst="straightConnector1">
            <a:avLst/>
          </a:prstGeom>
          <a:noFill/>
          <a:ln cap="flat" cmpd="sng" w="9525">
            <a:solidFill>
              <a:srgbClr val="CCCCCC"/>
            </a:solidFill>
            <a:prstDash val="dot"/>
            <a:round/>
            <a:headEnd len="med" w="med" type="none"/>
            <a:tailEnd len="med" w="med" type="none"/>
          </a:ln>
        </p:spPr>
      </p:cxnSp>
      <p:sp>
        <p:nvSpPr>
          <p:cNvPr id="832" name="Google Shape;832;p51"/>
          <p:cNvSpPr txBox="1"/>
          <p:nvPr/>
        </p:nvSpPr>
        <p:spPr>
          <a:xfrm>
            <a:off x="723150" y="4252099"/>
            <a:ext cx="3468000" cy="2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ja" sz="700">
                <a:solidFill>
                  <a:srgbClr val="666666"/>
                </a:solidFill>
                <a:latin typeface="Noto Sans JP"/>
                <a:ea typeface="Noto Sans JP"/>
                <a:cs typeface="Noto Sans JP"/>
                <a:sym typeface="Noto Sans JP"/>
              </a:rPr>
              <a:t>Type note...</a:t>
            </a:r>
            <a:endParaRPr sz="700">
              <a:solidFill>
                <a:srgbClr val="666666"/>
              </a:solidFill>
              <a:latin typeface="Noto Sans JP"/>
              <a:ea typeface="Noto Sans JP"/>
              <a:cs typeface="Noto Sans JP"/>
              <a:sym typeface="Noto Sans JP"/>
            </a:endParaRPr>
          </a:p>
          <a:p>
            <a:pPr indent="0" lvl="0" marL="0" rtl="0" algn="l">
              <a:lnSpc>
                <a:spcPct val="115000"/>
              </a:lnSpc>
              <a:spcBef>
                <a:spcPts val="0"/>
              </a:spcBef>
              <a:spcAft>
                <a:spcPts val="0"/>
              </a:spcAft>
              <a:buNone/>
            </a:pPr>
            <a:r>
              <a:t/>
            </a:r>
            <a:endParaRPr sz="700">
              <a:solidFill>
                <a:srgbClr val="666666"/>
              </a:solidFill>
              <a:latin typeface="Noto Sans JP"/>
              <a:ea typeface="Noto Sans JP"/>
              <a:cs typeface="Noto Sans JP"/>
              <a:sym typeface="Noto Sans JP"/>
            </a:endParaRPr>
          </a:p>
        </p:txBody>
      </p:sp>
      <p:sp>
        <p:nvSpPr>
          <p:cNvPr id="833" name="Google Shape;833;p51"/>
          <p:cNvSpPr/>
          <p:nvPr/>
        </p:nvSpPr>
        <p:spPr>
          <a:xfrm rot="-1458">
            <a:off x="685661" y="3060763"/>
            <a:ext cx="707400" cy="191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rgbClr val="FFFFFF"/>
                </a:solidFill>
                <a:latin typeface="Epilogue SemiBold"/>
                <a:ea typeface="Epilogue SemiBold"/>
                <a:cs typeface="Epilogue SemiBold"/>
                <a:sym typeface="Epilogue SemiBold"/>
              </a:rPr>
              <a:t>Issue 3</a:t>
            </a:r>
            <a:endParaRPr sz="800">
              <a:solidFill>
                <a:srgbClr val="FFFFFF"/>
              </a:solidFill>
              <a:latin typeface="Epilogue SemiBold"/>
              <a:ea typeface="Epilogue SemiBold"/>
              <a:cs typeface="Epilogue SemiBold"/>
              <a:sym typeface="Epilogue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2200"/>
        </a:solidFill>
      </p:bgPr>
    </p:bg>
    <p:spTree>
      <p:nvGrpSpPr>
        <p:cNvPr id="837" name="Shape 837"/>
        <p:cNvGrpSpPr/>
        <p:nvPr/>
      </p:nvGrpSpPr>
      <p:grpSpPr>
        <a:xfrm>
          <a:off x="0" y="0"/>
          <a:ext cx="0" cy="0"/>
          <a:chOff x="0" y="0"/>
          <a:chExt cx="0" cy="0"/>
        </a:xfrm>
      </p:grpSpPr>
      <p:pic>
        <p:nvPicPr>
          <p:cNvPr id="838" name="Google Shape;838;p52"/>
          <p:cNvPicPr preferRelativeResize="0"/>
          <p:nvPr/>
        </p:nvPicPr>
        <p:blipFill rotWithShape="1">
          <a:blip r:embed="rId3">
            <a:alphaModFix/>
          </a:blip>
          <a:srcRect b="0" l="0" r="0" t="0"/>
          <a:stretch/>
        </p:blipFill>
        <p:spPr>
          <a:xfrm>
            <a:off x="3623992" y="2251626"/>
            <a:ext cx="1932005" cy="6402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un* Project Insight Deck">
  <a:themeElements>
    <a:clrScheme name="Simple Light">
      <a:dk1>
        <a:srgbClr val="000000"/>
      </a:dk1>
      <a:lt1>
        <a:srgbClr val="3F3F3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