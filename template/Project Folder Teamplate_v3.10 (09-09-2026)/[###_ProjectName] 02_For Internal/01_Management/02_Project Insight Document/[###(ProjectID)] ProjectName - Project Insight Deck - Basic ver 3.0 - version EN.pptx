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embeddedFontLst>
    <p:embeddedFont>
      <p:font typeface="Epilogue SemiBold"/>
      <p:regular r:id="rId46"/>
      <p:bold r:id="rId47"/>
      <p:italic r:id="rId48"/>
      <p:boldItalic r:id="rId49"/>
    </p:embeddedFont>
    <p:embeddedFont>
      <p:font typeface="Epilogue Medium"/>
      <p:regular r:id="rId50"/>
      <p:bold r:id="rId51"/>
      <p:italic r:id="rId52"/>
      <p:boldItalic r:id="rId53"/>
    </p:embeddedFont>
    <p:embeddedFont>
      <p:font typeface="Helvetica Neue"/>
      <p:regular r:id="rId54"/>
      <p:bold r:id="rId55"/>
      <p:italic r:id="rId56"/>
      <p:boldItalic r:id="rId57"/>
    </p:embeddedFont>
    <p:embeddedFont>
      <p:font typeface="Zen Kaku Gothic New Medium"/>
      <p:regular r:id="rId58"/>
      <p:bold r:id="rId59"/>
    </p:embeddedFont>
    <p:embeddedFont>
      <p:font typeface="Epilogue"/>
      <p:regular r:id="rId60"/>
      <p:bold r:id="rId61"/>
      <p:italic r:id="rId62"/>
      <p:boldItalic r:id="rId63"/>
    </p:embeddedFont>
    <p:embeddedFont>
      <p:font typeface="Zen Kaku Gothic New Black"/>
      <p:bold r:id="rId64"/>
    </p:embeddedFont>
    <p:embeddedFont>
      <p:font typeface="Zen Kaku Gothic New"/>
      <p:regular r:id="rId65"/>
      <p:bold r:id="rId66"/>
    </p:embeddedFont>
    <p:embeddedFont>
      <p:font typeface="Noto Sans JP"/>
      <p:regular r:id="rId67"/>
      <p:bold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91">
          <p15:clr>
            <a:srgbClr val="A4A3A4"/>
          </p15:clr>
        </p15:guide>
        <p15:guide id="3" orient="horz" pos="3001">
          <p15:clr>
            <a:srgbClr val="747775"/>
          </p15:clr>
        </p15:guide>
        <p15:guide id="4" orient="horz" pos="3081">
          <p15:clr>
            <a:srgbClr val="747775"/>
          </p15:clr>
        </p15:guide>
        <p15:guide id="5" orient="horz" pos="582">
          <p15:clr>
            <a:srgbClr val="747775"/>
          </p15:clr>
        </p15:guide>
        <p15:guide id="6" orient="horz" pos="67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2115C4-6B3A-4D30-B7F6-968B7D09FD51}">
  <a:tblStyle styleId="{4A2115C4-6B3A-4D30-B7F6-968B7D09FD5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91"/>
        <p:guide pos="3001" orient="horz"/>
        <p:guide pos="3081" orient="horz"/>
        <p:guide pos="582" orient="horz"/>
        <p:guide pos="67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EpilogueSemiBold-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EpilogueSemiBold-italic.fntdata"/><Relationship Id="rId47" Type="http://schemas.openxmlformats.org/officeDocument/2006/relationships/font" Target="fonts/EpilogueSemiBold-bold.fntdata"/><Relationship Id="rId49" Type="http://schemas.openxmlformats.org/officeDocument/2006/relationships/font" Target="fonts/Epilogue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Epilogue-italic.fntdata"/><Relationship Id="rId61" Type="http://schemas.openxmlformats.org/officeDocument/2006/relationships/font" Target="fonts/Epilogue-bold.fntdata"/><Relationship Id="rId20" Type="http://schemas.openxmlformats.org/officeDocument/2006/relationships/slide" Target="slides/slide14.xml"/><Relationship Id="rId64" Type="http://schemas.openxmlformats.org/officeDocument/2006/relationships/font" Target="fonts/ZenKakuGothicNewBlack-bold.fntdata"/><Relationship Id="rId63" Type="http://schemas.openxmlformats.org/officeDocument/2006/relationships/font" Target="fonts/Epilogue-boldItalic.fntdata"/><Relationship Id="rId22" Type="http://schemas.openxmlformats.org/officeDocument/2006/relationships/slide" Target="slides/slide16.xml"/><Relationship Id="rId66" Type="http://schemas.openxmlformats.org/officeDocument/2006/relationships/font" Target="fonts/ZenKakuGothicNew-bold.fntdata"/><Relationship Id="rId21" Type="http://schemas.openxmlformats.org/officeDocument/2006/relationships/slide" Target="slides/slide15.xml"/><Relationship Id="rId65" Type="http://schemas.openxmlformats.org/officeDocument/2006/relationships/font" Target="fonts/ZenKakuGothicNew-regular.fntdata"/><Relationship Id="rId24" Type="http://schemas.openxmlformats.org/officeDocument/2006/relationships/slide" Target="slides/slide18.xml"/><Relationship Id="rId68" Type="http://schemas.openxmlformats.org/officeDocument/2006/relationships/font" Target="fonts/NotoSansJP-bold.fntdata"/><Relationship Id="rId23" Type="http://schemas.openxmlformats.org/officeDocument/2006/relationships/slide" Target="slides/slide17.xml"/><Relationship Id="rId67" Type="http://schemas.openxmlformats.org/officeDocument/2006/relationships/font" Target="fonts/NotoSansJP-regular.fntdata"/><Relationship Id="rId60" Type="http://schemas.openxmlformats.org/officeDocument/2006/relationships/font" Target="fonts/Epilogu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EpilogueMedium-bold.fntdata"/><Relationship Id="rId50" Type="http://schemas.openxmlformats.org/officeDocument/2006/relationships/font" Target="fonts/EpilogueMedium-regular.fntdata"/><Relationship Id="rId53" Type="http://schemas.openxmlformats.org/officeDocument/2006/relationships/font" Target="fonts/EpilogueMedium-boldItalic.fntdata"/><Relationship Id="rId52" Type="http://schemas.openxmlformats.org/officeDocument/2006/relationships/font" Target="fonts/EpilogueMedium-italic.fntdata"/><Relationship Id="rId11" Type="http://schemas.openxmlformats.org/officeDocument/2006/relationships/slide" Target="slides/slide5.xml"/><Relationship Id="rId55" Type="http://schemas.openxmlformats.org/officeDocument/2006/relationships/font" Target="fonts/HelveticaNeue-bold.fntdata"/><Relationship Id="rId10" Type="http://schemas.openxmlformats.org/officeDocument/2006/relationships/slide" Target="slides/slide4.xml"/><Relationship Id="rId54" Type="http://schemas.openxmlformats.org/officeDocument/2006/relationships/font" Target="fonts/HelveticaNeue-regular.fntdata"/><Relationship Id="rId13" Type="http://schemas.openxmlformats.org/officeDocument/2006/relationships/slide" Target="slides/slide7.xml"/><Relationship Id="rId57" Type="http://schemas.openxmlformats.org/officeDocument/2006/relationships/font" Target="fonts/HelveticaNeue-boldItalic.fntdata"/><Relationship Id="rId12" Type="http://schemas.openxmlformats.org/officeDocument/2006/relationships/slide" Target="slides/slide6.xml"/><Relationship Id="rId56" Type="http://schemas.openxmlformats.org/officeDocument/2006/relationships/font" Target="fonts/HelveticaNeue-italic.fntdata"/><Relationship Id="rId15" Type="http://schemas.openxmlformats.org/officeDocument/2006/relationships/slide" Target="slides/slide9.xml"/><Relationship Id="rId59" Type="http://schemas.openxmlformats.org/officeDocument/2006/relationships/font" Target="fonts/ZenKakuGothicNewMedium-bold.fntdata"/><Relationship Id="rId14" Type="http://schemas.openxmlformats.org/officeDocument/2006/relationships/slide" Target="slides/slide8.xml"/><Relationship Id="rId58" Type="http://schemas.openxmlformats.org/officeDocument/2006/relationships/font" Target="fonts/ZenKakuGothicNewMedium-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ef224aea36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ef224aea36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5b38064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5b38064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5b380647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5b380647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048aee4d95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048aee4d9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048aee4d9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048aee4d9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5ab557ea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5ab557ea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ff5ffc3f69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ff5ffc3f69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3 Members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8af98bc74a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8af98bc74a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3 Members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ff5ffc3f69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ff5ffc3f69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Key Member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05ab557ea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05ab557ea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8af98bc74a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8af98bc74a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3 Members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05ab557ea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05ab557ea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8b057d309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8b057d309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8af98bc74a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8af98bc74a_1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05ab557ea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05ab557ea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fac1c4566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fac1c4566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05ab557ea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05ab557ea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8b057d309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8b057d309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8b057d309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8b057d309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ff5ffc3f69_1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ff5ffc3f69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8b057d3093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8b057d3093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05ab557eac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05ab557eac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8b057d3093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8b057d3093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ff5ffc3f69_1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ff5ffc3f69_1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05ab557eac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05ab557eac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8af98bc74a_1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8af98bc74a_1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02caad1c9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02caad1c9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fe03a5566e_1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fe03a5566e_1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05ab557eac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05ab557eac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fc5b878c9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fc5b878c9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fe03a5566e_1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fe03a5566e_1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fc5b878c90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fc5b878c90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fc5b878c90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fc5b878c90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05ab557ea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305ab557ea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06135d089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06135d089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048aee4d9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048aee4d9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28b057d3093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28b057d3093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048aee4d9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048aee4d9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05b380647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g305b3806470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type="title">
  <p:cSld name="TITLE">
    <p:bg>
      <p:bgPr>
        <a:no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pic>
        <p:nvPicPr>
          <p:cNvPr id="11" name="Google Shape;11;p2"/>
          <p:cNvPicPr preferRelativeResize="0"/>
          <p:nvPr/>
        </p:nvPicPr>
        <p:blipFill>
          <a:blip r:embed="rId2">
            <a:alphaModFix/>
          </a:blip>
          <a:stretch>
            <a:fillRect/>
          </a:stretch>
        </p:blipFill>
        <p:spPr>
          <a:xfrm>
            <a:off x="1" y="0"/>
            <a:ext cx="9143995" cy="5143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タイトル" type="secHead">
  <p:cSld name="SECTION_HEADER">
    <p:bg>
      <p:bgPr>
        <a:solidFill>
          <a:schemeClr val="lt2"/>
        </a:solidFill>
      </p:bgPr>
    </p:bg>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600"/>
              <a:buFont typeface="Noto Sans JP"/>
              <a:buNone/>
              <a:defRPr b="1" sz="2600">
                <a:latin typeface="Noto Sans JP"/>
                <a:ea typeface="Noto Sans JP"/>
                <a:cs typeface="Noto Sans JP"/>
                <a:sym typeface="Noto Sans JP"/>
              </a:defRPr>
            </a:lvl1pPr>
            <a:lvl2pPr lvl="1">
              <a:spcBef>
                <a:spcPts val="0"/>
              </a:spcBef>
              <a:spcAft>
                <a:spcPts val="0"/>
              </a:spcAft>
              <a:buSzPts val="2600"/>
              <a:buFont typeface="Noto Sans JP"/>
              <a:buNone/>
              <a:defRPr b="1" sz="2600">
                <a:latin typeface="Noto Sans JP"/>
                <a:ea typeface="Noto Sans JP"/>
                <a:cs typeface="Noto Sans JP"/>
                <a:sym typeface="Noto Sans JP"/>
              </a:defRPr>
            </a:lvl2pPr>
            <a:lvl3pPr lvl="2">
              <a:spcBef>
                <a:spcPts val="0"/>
              </a:spcBef>
              <a:spcAft>
                <a:spcPts val="0"/>
              </a:spcAft>
              <a:buSzPts val="2600"/>
              <a:buFont typeface="Noto Sans JP"/>
              <a:buNone/>
              <a:defRPr b="1" sz="2600">
                <a:latin typeface="Noto Sans JP"/>
                <a:ea typeface="Noto Sans JP"/>
                <a:cs typeface="Noto Sans JP"/>
                <a:sym typeface="Noto Sans JP"/>
              </a:defRPr>
            </a:lvl3pPr>
            <a:lvl4pPr lvl="3">
              <a:spcBef>
                <a:spcPts val="0"/>
              </a:spcBef>
              <a:spcAft>
                <a:spcPts val="0"/>
              </a:spcAft>
              <a:buSzPts val="2600"/>
              <a:buFont typeface="Noto Sans JP"/>
              <a:buNone/>
              <a:defRPr b="1" sz="2600">
                <a:latin typeface="Noto Sans JP"/>
                <a:ea typeface="Noto Sans JP"/>
                <a:cs typeface="Noto Sans JP"/>
                <a:sym typeface="Noto Sans JP"/>
              </a:defRPr>
            </a:lvl4pPr>
            <a:lvl5pPr lvl="4">
              <a:spcBef>
                <a:spcPts val="0"/>
              </a:spcBef>
              <a:spcAft>
                <a:spcPts val="0"/>
              </a:spcAft>
              <a:buSzPts val="2600"/>
              <a:buFont typeface="Noto Sans JP"/>
              <a:buNone/>
              <a:defRPr b="1" sz="2600">
                <a:latin typeface="Noto Sans JP"/>
                <a:ea typeface="Noto Sans JP"/>
                <a:cs typeface="Noto Sans JP"/>
                <a:sym typeface="Noto Sans JP"/>
              </a:defRPr>
            </a:lvl5pPr>
            <a:lvl6pPr lvl="5">
              <a:spcBef>
                <a:spcPts val="0"/>
              </a:spcBef>
              <a:spcAft>
                <a:spcPts val="0"/>
              </a:spcAft>
              <a:buSzPts val="2600"/>
              <a:buFont typeface="Noto Sans JP"/>
              <a:buNone/>
              <a:defRPr b="1" sz="2600">
                <a:latin typeface="Noto Sans JP"/>
                <a:ea typeface="Noto Sans JP"/>
                <a:cs typeface="Noto Sans JP"/>
                <a:sym typeface="Noto Sans JP"/>
              </a:defRPr>
            </a:lvl6pPr>
            <a:lvl7pPr lvl="6">
              <a:spcBef>
                <a:spcPts val="0"/>
              </a:spcBef>
              <a:spcAft>
                <a:spcPts val="0"/>
              </a:spcAft>
              <a:buSzPts val="2600"/>
              <a:buFont typeface="Noto Sans JP"/>
              <a:buNone/>
              <a:defRPr b="1" sz="2600">
                <a:latin typeface="Noto Sans JP"/>
                <a:ea typeface="Noto Sans JP"/>
                <a:cs typeface="Noto Sans JP"/>
                <a:sym typeface="Noto Sans JP"/>
              </a:defRPr>
            </a:lvl7pPr>
            <a:lvl8pPr lvl="7">
              <a:spcBef>
                <a:spcPts val="0"/>
              </a:spcBef>
              <a:spcAft>
                <a:spcPts val="0"/>
              </a:spcAft>
              <a:buSzPts val="2600"/>
              <a:buFont typeface="Noto Sans JP"/>
              <a:buNone/>
              <a:defRPr b="1" sz="2600">
                <a:latin typeface="Noto Sans JP"/>
                <a:ea typeface="Noto Sans JP"/>
                <a:cs typeface="Noto Sans JP"/>
                <a:sym typeface="Noto Sans JP"/>
              </a:defRPr>
            </a:lvl8pPr>
            <a:lvl9pPr lvl="8">
              <a:spcBef>
                <a:spcPts val="0"/>
              </a:spcBef>
              <a:spcAft>
                <a:spcPts val="0"/>
              </a:spcAft>
              <a:buSzPts val="2600"/>
              <a:buFont typeface="Noto Sans JP"/>
              <a:buNone/>
              <a:defRPr b="1" sz="2600">
                <a:latin typeface="Noto Sans JP"/>
                <a:ea typeface="Noto Sans JP"/>
                <a:cs typeface="Noto Sans JP"/>
                <a:sym typeface="Noto Sans JP"/>
              </a:defRPr>
            </a:lvl9pPr>
          </a:lstStyle>
          <a:p/>
        </p:txBody>
      </p:sp>
      <p:pic>
        <p:nvPicPr>
          <p:cNvPr id="15" name="Google Shape;15;p3"/>
          <p:cNvPicPr preferRelativeResize="0"/>
          <p:nvPr/>
        </p:nvPicPr>
        <p:blipFill>
          <a:blip r:embed="rId3">
            <a:alphaModFix/>
          </a:blip>
          <a:stretch>
            <a:fillRect/>
          </a:stretch>
        </p:blipFill>
        <p:spPr>
          <a:xfrm>
            <a:off x="180000" y="4878000"/>
            <a:ext cx="396000" cy="1306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SECTION_HEADER_2">
    <p:bg>
      <p:bgPr>
        <a:solidFill>
          <a:schemeClr val="lt2"/>
        </a:solidFill>
      </p:bgPr>
    </p:bg>
    <p:spTree>
      <p:nvGrpSpPr>
        <p:cNvPr id="16"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txBox="1"/>
          <p:nvPr>
            <p:ph type="title"/>
          </p:nvPr>
        </p:nvSpPr>
        <p:spPr>
          <a:xfrm>
            <a:off x="1070250" y="676000"/>
            <a:ext cx="2610300" cy="3033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000"/>
              <a:buFont typeface="Noto Sans JP"/>
              <a:buNone/>
              <a:defRPr b="1" sz="2000">
                <a:solidFill>
                  <a:schemeClr val="accent1"/>
                </a:solidFill>
                <a:latin typeface="Noto Sans JP"/>
                <a:ea typeface="Noto Sans JP"/>
                <a:cs typeface="Noto Sans JP"/>
                <a:sym typeface="Noto Sans JP"/>
              </a:defRPr>
            </a:lvl1pPr>
            <a:lvl2pPr lvl="1">
              <a:spcBef>
                <a:spcPts val="0"/>
              </a:spcBef>
              <a:spcAft>
                <a:spcPts val="0"/>
              </a:spcAft>
              <a:buSzPts val="3600"/>
              <a:buFont typeface="Noto Sans JP"/>
              <a:buNone/>
              <a:defRPr sz="3600">
                <a:latin typeface="Noto Sans JP"/>
                <a:ea typeface="Noto Sans JP"/>
                <a:cs typeface="Noto Sans JP"/>
                <a:sym typeface="Noto Sans JP"/>
              </a:defRPr>
            </a:lvl2pPr>
            <a:lvl3pPr lvl="2">
              <a:spcBef>
                <a:spcPts val="0"/>
              </a:spcBef>
              <a:spcAft>
                <a:spcPts val="0"/>
              </a:spcAft>
              <a:buSzPts val="3600"/>
              <a:buFont typeface="Noto Sans JP"/>
              <a:buNone/>
              <a:defRPr sz="3600">
                <a:latin typeface="Noto Sans JP"/>
                <a:ea typeface="Noto Sans JP"/>
                <a:cs typeface="Noto Sans JP"/>
                <a:sym typeface="Noto Sans JP"/>
              </a:defRPr>
            </a:lvl3pPr>
            <a:lvl4pPr lvl="3">
              <a:spcBef>
                <a:spcPts val="0"/>
              </a:spcBef>
              <a:spcAft>
                <a:spcPts val="0"/>
              </a:spcAft>
              <a:buSzPts val="3600"/>
              <a:buFont typeface="Noto Sans JP"/>
              <a:buNone/>
              <a:defRPr sz="3600">
                <a:latin typeface="Noto Sans JP"/>
                <a:ea typeface="Noto Sans JP"/>
                <a:cs typeface="Noto Sans JP"/>
                <a:sym typeface="Noto Sans JP"/>
              </a:defRPr>
            </a:lvl4pPr>
            <a:lvl5pPr lvl="4">
              <a:spcBef>
                <a:spcPts val="0"/>
              </a:spcBef>
              <a:spcAft>
                <a:spcPts val="0"/>
              </a:spcAft>
              <a:buSzPts val="3600"/>
              <a:buFont typeface="Noto Sans JP"/>
              <a:buNone/>
              <a:defRPr sz="3600">
                <a:latin typeface="Noto Sans JP"/>
                <a:ea typeface="Noto Sans JP"/>
                <a:cs typeface="Noto Sans JP"/>
                <a:sym typeface="Noto Sans JP"/>
              </a:defRPr>
            </a:lvl5pPr>
            <a:lvl6pPr lvl="5">
              <a:spcBef>
                <a:spcPts val="0"/>
              </a:spcBef>
              <a:spcAft>
                <a:spcPts val="0"/>
              </a:spcAft>
              <a:buSzPts val="3600"/>
              <a:buFont typeface="Noto Sans JP"/>
              <a:buNone/>
              <a:defRPr sz="3600">
                <a:latin typeface="Noto Sans JP"/>
                <a:ea typeface="Noto Sans JP"/>
                <a:cs typeface="Noto Sans JP"/>
                <a:sym typeface="Noto Sans JP"/>
              </a:defRPr>
            </a:lvl6pPr>
            <a:lvl7pPr lvl="6">
              <a:spcBef>
                <a:spcPts val="0"/>
              </a:spcBef>
              <a:spcAft>
                <a:spcPts val="0"/>
              </a:spcAft>
              <a:buSzPts val="3600"/>
              <a:buFont typeface="Noto Sans JP"/>
              <a:buNone/>
              <a:defRPr sz="3600">
                <a:latin typeface="Noto Sans JP"/>
                <a:ea typeface="Noto Sans JP"/>
                <a:cs typeface="Noto Sans JP"/>
                <a:sym typeface="Noto Sans JP"/>
              </a:defRPr>
            </a:lvl7pPr>
            <a:lvl8pPr lvl="7">
              <a:spcBef>
                <a:spcPts val="0"/>
              </a:spcBef>
              <a:spcAft>
                <a:spcPts val="0"/>
              </a:spcAft>
              <a:buSzPts val="3600"/>
              <a:buFont typeface="Noto Sans JP"/>
              <a:buNone/>
              <a:defRPr sz="3600">
                <a:latin typeface="Noto Sans JP"/>
                <a:ea typeface="Noto Sans JP"/>
                <a:cs typeface="Noto Sans JP"/>
                <a:sym typeface="Noto Sans JP"/>
              </a:defRPr>
            </a:lvl8pPr>
            <a:lvl9pPr lvl="8">
              <a:spcBef>
                <a:spcPts val="0"/>
              </a:spcBef>
              <a:spcAft>
                <a:spcPts val="0"/>
              </a:spcAft>
              <a:buSzPts val="3600"/>
              <a:buFont typeface="Noto Sans JP"/>
              <a:buNone/>
              <a:defRPr sz="3600">
                <a:latin typeface="Noto Sans JP"/>
                <a:ea typeface="Noto Sans JP"/>
                <a:cs typeface="Noto Sans JP"/>
                <a:sym typeface="Noto Sans JP"/>
              </a:defRPr>
            </a:lvl9pPr>
          </a:lstStyle>
          <a:p/>
        </p:txBody>
      </p:sp>
      <p:sp>
        <p:nvSpPr>
          <p:cNvPr id="19" name="Google Shape;19;p4"/>
          <p:cNvSpPr txBox="1"/>
          <p:nvPr>
            <p:ph idx="1" type="body"/>
          </p:nvPr>
        </p:nvSpPr>
        <p:spPr>
          <a:xfrm>
            <a:off x="4461150" y="675990"/>
            <a:ext cx="4383000" cy="4138500"/>
          </a:xfrm>
          <a:prstGeom prst="rect">
            <a:avLst/>
          </a:prstGeom>
        </p:spPr>
        <p:txBody>
          <a:bodyPr anchorCtr="0" anchor="t" bIns="0" lIns="0" spcFirstLastPara="1" rIns="0" wrap="square" tIns="0">
            <a:spAutoFit/>
          </a:bodyPr>
          <a:lstStyle>
            <a:lvl1pPr indent="-304800" lvl="0" marL="457200">
              <a:lnSpc>
                <a:spcPct val="170000"/>
              </a:lnSpc>
              <a:spcBef>
                <a:spcPts val="0"/>
              </a:spcBef>
              <a:spcAft>
                <a:spcPts val="0"/>
              </a:spcAft>
              <a:buSzPts val="1200"/>
              <a:buFont typeface="Noto Sans JP"/>
              <a:buChar char="●"/>
              <a:defRPr b="1" sz="1200">
                <a:latin typeface="Noto Sans JP"/>
                <a:ea typeface="Noto Sans JP"/>
                <a:cs typeface="Noto Sans JP"/>
                <a:sym typeface="Noto Sans JP"/>
              </a:defRPr>
            </a:lvl1pPr>
            <a:lvl2pPr indent="-304800" lvl="1" marL="9144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2pPr>
            <a:lvl3pPr indent="-304800" lvl="2" marL="13716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3pPr>
            <a:lvl4pPr indent="-304800" lvl="3" marL="18288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4pPr>
            <a:lvl5pPr indent="-304800" lvl="4" marL="22860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5pPr>
            <a:lvl6pPr indent="-304800" lvl="5" marL="27432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6pPr>
            <a:lvl7pPr indent="-304800" lvl="6" marL="32004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7pPr>
            <a:lvl8pPr indent="-304800" lvl="7" marL="36576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8pPr>
            <a:lvl9pPr indent="-304800" lvl="8" marL="41148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9pPr>
          </a:lstStyle>
          <a:p/>
        </p:txBody>
      </p:sp>
      <p:sp>
        <p:nvSpPr>
          <p:cNvPr id="20" name="Google Shape;20;p4"/>
          <p:cNvSpPr txBox="1"/>
          <p:nvPr>
            <p:ph idx="2" type="subTitle"/>
          </p:nvPr>
        </p:nvSpPr>
        <p:spPr>
          <a:xfrm flipH="1">
            <a:off x="1084775" y="1051195"/>
            <a:ext cx="2610300" cy="3033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400"/>
              <a:buFont typeface="Noto Sans JP"/>
              <a:buNone/>
              <a:defRPr b="1" sz="1400">
                <a:latin typeface="Noto Sans JP"/>
                <a:ea typeface="Noto Sans JP"/>
                <a:cs typeface="Noto Sans JP"/>
                <a:sym typeface="Noto Sans JP"/>
              </a:defRPr>
            </a:lvl1pPr>
            <a:lvl2pPr lvl="1">
              <a:lnSpc>
                <a:spcPct val="100000"/>
              </a:lnSpc>
              <a:spcBef>
                <a:spcPts val="0"/>
              </a:spcBef>
              <a:spcAft>
                <a:spcPts val="0"/>
              </a:spcAft>
              <a:buSzPts val="1400"/>
              <a:buFont typeface="Noto Sans JP"/>
              <a:buNone/>
              <a:defRPr b="1">
                <a:latin typeface="Noto Sans JP"/>
                <a:ea typeface="Noto Sans JP"/>
                <a:cs typeface="Noto Sans JP"/>
                <a:sym typeface="Noto Sans JP"/>
              </a:defRPr>
            </a:lvl2pPr>
            <a:lvl3pPr lvl="2">
              <a:lnSpc>
                <a:spcPct val="100000"/>
              </a:lnSpc>
              <a:spcBef>
                <a:spcPts val="0"/>
              </a:spcBef>
              <a:spcAft>
                <a:spcPts val="0"/>
              </a:spcAft>
              <a:buSzPts val="1400"/>
              <a:buFont typeface="Noto Sans JP"/>
              <a:buNone/>
              <a:defRPr b="1">
                <a:latin typeface="Noto Sans JP"/>
                <a:ea typeface="Noto Sans JP"/>
                <a:cs typeface="Noto Sans JP"/>
                <a:sym typeface="Noto Sans JP"/>
              </a:defRPr>
            </a:lvl3pPr>
            <a:lvl4pPr lvl="3">
              <a:lnSpc>
                <a:spcPct val="100000"/>
              </a:lnSpc>
              <a:spcBef>
                <a:spcPts val="0"/>
              </a:spcBef>
              <a:spcAft>
                <a:spcPts val="0"/>
              </a:spcAft>
              <a:buSzPts val="1400"/>
              <a:buFont typeface="Noto Sans JP"/>
              <a:buNone/>
              <a:defRPr b="1">
                <a:latin typeface="Noto Sans JP"/>
                <a:ea typeface="Noto Sans JP"/>
                <a:cs typeface="Noto Sans JP"/>
                <a:sym typeface="Noto Sans JP"/>
              </a:defRPr>
            </a:lvl4pPr>
            <a:lvl5pPr lvl="4">
              <a:lnSpc>
                <a:spcPct val="100000"/>
              </a:lnSpc>
              <a:spcBef>
                <a:spcPts val="0"/>
              </a:spcBef>
              <a:spcAft>
                <a:spcPts val="0"/>
              </a:spcAft>
              <a:buSzPts val="1400"/>
              <a:buFont typeface="Noto Sans JP"/>
              <a:buNone/>
              <a:defRPr b="1">
                <a:latin typeface="Noto Sans JP"/>
                <a:ea typeface="Noto Sans JP"/>
                <a:cs typeface="Noto Sans JP"/>
                <a:sym typeface="Noto Sans JP"/>
              </a:defRPr>
            </a:lvl5pPr>
            <a:lvl6pPr lvl="5">
              <a:lnSpc>
                <a:spcPct val="100000"/>
              </a:lnSpc>
              <a:spcBef>
                <a:spcPts val="0"/>
              </a:spcBef>
              <a:spcAft>
                <a:spcPts val="0"/>
              </a:spcAft>
              <a:buSzPts val="1400"/>
              <a:buFont typeface="Noto Sans JP"/>
              <a:buNone/>
              <a:defRPr b="1">
                <a:latin typeface="Noto Sans JP"/>
                <a:ea typeface="Noto Sans JP"/>
                <a:cs typeface="Noto Sans JP"/>
                <a:sym typeface="Noto Sans JP"/>
              </a:defRPr>
            </a:lvl6pPr>
            <a:lvl7pPr lvl="6">
              <a:lnSpc>
                <a:spcPct val="100000"/>
              </a:lnSpc>
              <a:spcBef>
                <a:spcPts val="0"/>
              </a:spcBef>
              <a:spcAft>
                <a:spcPts val="0"/>
              </a:spcAft>
              <a:buSzPts val="1400"/>
              <a:buFont typeface="Noto Sans JP"/>
              <a:buNone/>
              <a:defRPr b="1">
                <a:latin typeface="Noto Sans JP"/>
                <a:ea typeface="Noto Sans JP"/>
                <a:cs typeface="Noto Sans JP"/>
                <a:sym typeface="Noto Sans JP"/>
              </a:defRPr>
            </a:lvl7pPr>
            <a:lvl8pPr lvl="7">
              <a:lnSpc>
                <a:spcPct val="100000"/>
              </a:lnSpc>
              <a:spcBef>
                <a:spcPts val="0"/>
              </a:spcBef>
              <a:spcAft>
                <a:spcPts val="0"/>
              </a:spcAft>
              <a:buSzPts val="1400"/>
              <a:buFont typeface="Noto Sans JP"/>
              <a:buNone/>
              <a:defRPr b="1">
                <a:latin typeface="Noto Sans JP"/>
                <a:ea typeface="Noto Sans JP"/>
                <a:cs typeface="Noto Sans JP"/>
                <a:sym typeface="Noto Sans JP"/>
              </a:defRPr>
            </a:lvl8pPr>
            <a:lvl9pPr lvl="8">
              <a:lnSpc>
                <a:spcPct val="100000"/>
              </a:lnSpc>
              <a:spcBef>
                <a:spcPts val="0"/>
              </a:spcBef>
              <a:spcAft>
                <a:spcPts val="0"/>
              </a:spcAft>
              <a:buSzPts val="1400"/>
              <a:buFont typeface="Noto Sans JP"/>
              <a:buNone/>
              <a:defRPr b="1">
                <a:latin typeface="Noto Sans JP"/>
                <a:ea typeface="Noto Sans JP"/>
                <a:cs typeface="Noto Sans JP"/>
                <a:sym typeface="Noto Sans JP"/>
              </a:defRPr>
            </a:lvl9pPr>
          </a:lstStyle>
          <a:p/>
        </p:txBody>
      </p:sp>
      <p:pic>
        <p:nvPicPr>
          <p:cNvPr id="21" name="Google Shape;21;p4"/>
          <p:cNvPicPr preferRelativeResize="0"/>
          <p:nvPr/>
        </p:nvPicPr>
        <p:blipFill>
          <a:blip r:embed="rId3">
            <a:alphaModFix/>
          </a:blip>
          <a:stretch>
            <a:fillRect/>
          </a:stretch>
        </p:blipFill>
        <p:spPr>
          <a:xfrm>
            <a:off x="180000" y="4878000"/>
            <a:ext cx="396000" cy="130680"/>
          </a:xfrm>
          <a:prstGeom prst="rect">
            <a:avLst/>
          </a:prstGeom>
          <a:noFill/>
          <a:ln>
            <a:noFill/>
          </a:ln>
        </p:spPr>
      </p:pic>
    </p:spTree>
  </p:cSld>
  <p:clrMapOvr>
    <a:masterClrMapping/>
  </p:clrMapOvr>
  <p:extLst>
    <p:ext uri="{DCECCB84-F9BA-43D5-87BE-67443E8EF086}">
      <p15:sldGuideLst>
        <p15:guide id="1" orient="horz" pos="964">
          <p15:clr>
            <a:srgbClr val="E46962"/>
          </p15:clr>
        </p15:guide>
        <p15:guide id="2" pos="2880">
          <p15:clr>
            <a:srgbClr val="E46962"/>
          </p15:clr>
        </p15:guide>
        <p15:guide id="3" orient="horz" pos="1101">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22" name="Shape 22"/>
        <p:cNvGrpSpPr/>
        <p:nvPr/>
      </p:nvGrpSpPr>
      <p:grpSpPr>
        <a:xfrm>
          <a:off x="0" y="0"/>
          <a:ext cx="0" cy="0"/>
          <a:chOff x="0" y="0"/>
          <a:chExt cx="0" cy="0"/>
        </a:xfrm>
      </p:grpSpPr>
      <p:sp>
        <p:nvSpPr>
          <p:cNvPr id="23" name="Google Shape;23;p5"/>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説明">
  <p:cSld name="BLANK_2_3">
    <p:bg>
      <p:bgPr>
        <a:solidFill>
          <a:schemeClr val="lt2"/>
        </a:solidFill>
      </p:bgPr>
    </p:bg>
    <p:spTree>
      <p:nvGrpSpPr>
        <p:cNvPr id="24" name="Shape 24"/>
        <p:cNvGrpSpPr/>
        <p:nvPr/>
      </p:nvGrpSpPr>
      <p:grpSpPr>
        <a:xfrm>
          <a:off x="0" y="0"/>
          <a:ext cx="0" cy="0"/>
          <a:chOff x="0" y="0"/>
          <a:chExt cx="0" cy="0"/>
        </a:xfrm>
      </p:grpSpPr>
      <p:sp>
        <p:nvSpPr>
          <p:cNvPr id="25" name="Google Shape;25;p6"/>
          <p:cNvSpPr txBox="1"/>
          <p:nvPr>
            <p:ph type="title"/>
          </p:nvPr>
        </p:nvSpPr>
        <p:spPr>
          <a:xfrm>
            <a:off x="431997" y="324695"/>
            <a:ext cx="8280000" cy="371700"/>
          </a:xfrm>
          <a:prstGeom prst="rect">
            <a:avLst/>
          </a:prstGeom>
        </p:spPr>
        <p:txBody>
          <a:bodyPr anchorCtr="0" anchor="t" bIns="54000" lIns="0" spcFirstLastPara="1" rIns="0" wrap="square" tIns="54000">
            <a:spAutoFit/>
          </a:bodyPr>
          <a:lstStyle>
            <a:lvl1pPr lvl="0" rtl="0">
              <a:spcBef>
                <a:spcPts val="0"/>
              </a:spcBef>
              <a:spcAft>
                <a:spcPts val="0"/>
              </a:spcAft>
              <a:buSzPts val="1600"/>
              <a:buFont typeface="Noto Sans JP"/>
              <a:buNone/>
              <a:defRPr b="1" sz="1600">
                <a:latin typeface="Noto Sans JP"/>
                <a:ea typeface="Noto Sans JP"/>
                <a:cs typeface="Noto Sans JP"/>
                <a:sym typeface="Noto Sans JP"/>
              </a:defRPr>
            </a:lvl1pPr>
            <a:lvl2pPr lvl="1" rtl="0">
              <a:spcBef>
                <a:spcPts val="0"/>
              </a:spcBef>
              <a:spcAft>
                <a:spcPts val="0"/>
              </a:spcAft>
              <a:buSzPts val="1600"/>
              <a:buFont typeface="Noto Sans JP"/>
              <a:buNone/>
              <a:defRPr b="1" sz="1600">
                <a:latin typeface="Noto Sans JP"/>
                <a:ea typeface="Noto Sans JP"/>
                <a:cs typeface="Noto Sans JP"/>
                <a:sym typeface="Noto Sans JP"/>
              </a:defRPr>
            </a:lvl2pPr>
            <a:lvl3pPr lvl="2" rtl="0">
              <a:spcBef>
                <a:spcPts val="0"/>
              </a:spcBef>
              <a:spcAft>
                <a:spcPts val="0"/>
              </a:spcAft>
              <a:buSzPts val="1600"/>
              <a:buFont typeface="Noto Sans JP"/>
              <a:buNone/>
              <a:defRPr b="1" sz="1600">
                <a:latin typeface="Noto Sans JP"/>
                <a:ea typeface="Noto Sans JP"/>
                <a:cs typeface="Noto Sans JP"/>
                <a:sym typeface="Noto Sans JP"/>
              </a:defRPr>
            </a:lvl3pPr>
            <a:lvl4pPr lvl="3" rtl="0">
              <a:spcBef>
                <a:spcPts val="0"/>
              </a:spcBef>
              <a:spcAft>
                <a:spcPts val="0"/>
              </a:spcAft>
              <a:buSzPts val="1600"/>
              <a:buFont typeface="Noto Sans JP"/>
              <a:buNone/>
              <a:defRPr b="1" sz="1600">
                <a:latin typeface="Noto Sans JP"/>
                <a:ea typeface="Noto Sans JP"/>
                <a:cs typeface="Noto Sans JP"/>
                <a:sym typeface="Noto Sans JP"/>
              </a:defRPr>
            </a:lvl4pPr>
            <a:lvl5pPr lvl="4" rtl="0">
              <a:spcBef>
                <a:spcPts val="0"/>
              </a:spcBef>
              <a:spcAft>
                <a:spcPts val="0"/>
              </a:spcAft>
              <a:buSzPts val="1600"/>
              <a:buFont typeface="Noto Sans JP"/>
              <a:buNone/>
              <a:defRPr b="1" sz="1600">
                <a:latin typeface="Noto Sans JP"/>
                <a:ea typeface="Noto Sans JP"/>
                <a:cs typeface="Noto Sans JP"/>
                <a:sym typeface="Noto Sans JP"/>
              </a:defRPr>
            </a:lvl5pPr>
            <a:lvl6pPr lvl="5" rtl="0">
              <a:spcBef>
                <a:spcPts val="0"/>
              </a:spcBef>
              <a:spcAft>
                <a:spcPts val="0"/>
              </a:spcAft>
              <a:buSzPts val="1600"/>
              <a:buFont typeface="Noto Sans JP"/>
              <a:buNone/>
              <a:defRPr b="1" sz="1600">
                <a:latin typeface="Noto Sans JP"/>
                <a:ea typeface="Noto Sans JP"/>
                <a:cs typeface="Noto Sans JP"/>
                <a:sym typeface="Noto Sans JP"/>
              </a:defRPr>
            </a:lvl6pPr>
            <a:lvl7pPr lvl="6" rtl="0">
              <a:spcBef>
                <a:spcPts val="0"/>
              </a:spcBef>
              <a:spcAft>
                <a:spcPts val="0"/>
              </a:spcAft>
              <a:buSzPts val="1600"/>
              <a:buFont typeface="Noto Sans JP"/>
              <a:buNone/>
              <a:defRPr b="1" sz="1600">
                <a:latin typeface="Noto Sans JP"/>
                <a:ea typeface="Noto Sans JP"/>
                <a:cs typeface="Noto Sans JP"/>
                <a:sym typeface="Noto Sans JP"/>
              </a:defRPr>
            </a:lvl7pPr>
            <a:lvl8pPr lvl="7" rtl="0">
              <a:spcBef>
                <a:spcPts val="0"/>
              </a:spcBef>
              <a:spcAft>
                <a:spcPts val="0"/>
              </a:spcAft>
              <a:buSzPts val="1600"/>
              <a:buFont typeface="Noto Sans JP"/>
              <a:buNone/>
              <a:defRPr b="1" sz="1600">
                <a:latin typeface="Noto Sans JP"/>
                <a:ea typeface="Noto Sans JP"/>
                <a:cs typeface="Noto Sans JP"/>
                <a:sym typeface="Noto Sans JP"/>
              </a:defRPr>
            </a:lvl8pPr>
            <a:lvl9pPr lvl="8" rtl="0">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26" name="Google Shape;26;p6"/>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rt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rtl="0">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27" name="Google Shape;27;p6"/>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28" name="Google Shape;28;p6"/>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29" name="Google Shape;29;p6"/>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ハイライト">
  <p:cSld name="BLANK_2_3_1">
    <p:bg>
      <p:bgPr>
        <a:solidFill>
          <a:schemeClr val="lt2"/>
        </a:solidFill>
      </p:bgPr>
    </p:bg>
    <p:spTree>
      <p:nvGrpSpPr>
        <p:cNvPr id="30" name="Shape 30"/>
        <p:cNvGrpSpPr/>
        <p:nvPr/>
      </p:nvGrpSpPr>
      <p:grpSpPr>
        <a:xfrm>
          <a:off x="0" y="0"/>
          <a:ext cx="0" cy="0"/>
          <a:chOff x="0" y="0"/>
          <a:chExt cx="0" cy="0"/>
        </a:xfrm>
      </p:grpSpPr>
      <p:sp>
        <p:nvSpPr>
          <p:cNvPr id="31" name="Google Shape;31;p7"/>
          <p:cNvSpPr/>
          <p:nvPr/>
        </p:nvSpPr>
        <p:spPr>
          <a:xfrm>
            <a:off x="0" y="0"/>
            <a:ext cx="45633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7"/>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33" name="Google Shape;33;p7"/>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34" name="Google Shape;34;p7"/>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35" name="Google Shape;35;p7"/>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36" name="Google Shape;36;p7"/>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基本フレーム - 1">
  <p:cSld name="BLANK_2_3_1_1">
    <p:bg>
      <p:bgPr>
        <a:solidFill>
          <a:schemeClr val="lt2"/>
        </a:solidFill>
      </p:bgPr>
    </p:bg>
    <p:spTree>
      <p:nvGrpSpPr>
        <p:cNvPr id="37" name="Shape 37"/>
        <p:cNvGrpSpPr/>
        <p:nvPr/>
      </p:nvGrpSpPr>
      <p:grpSpPr>
        <a:xfrm>
          <a:off x="0" y="0"/>
          <a:ext cx="0" cy="0"/>
          <a:chOff x="0" y="0"/>
          <a:chExt cx="0" cy="0"/>
        </a:xfrm>
      </p:grpSpPr>
      <p:sp>
        <p:nvSpPr>
          <p:cNvPr id="38" name="Google Shape;38;p8"/>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39" name="Google Shape;39;p8"/>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40" name="Google Shape;40;p8"/>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41" name="Google Shape;41;p8"/>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42" name="Google Shape;42;p8"/>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メンバー紹介 - シングル ">
  <p:cSld name="BLANK_2_3_1_1_1">
    <p:bg>
      <p:bgPr>
        <a:solidFill>
          <a:schemeClr val="lt2"/>
        </a:solidFill>
      </p:bgPr>
    </p:bg>
    <p:spTree>
      <p:nvGrpSpPr>
        <p:cNvPr id="43" name="Shape 43"/>
        <p:cNvGrpSpPr/>
        <p:nvPr/>
      </p:nvGrpSpPr>
      <p:grpSpPr>
        <a:xfrm>
          <a:off x="0" y="0"/>
          <a:ext cx="0" cy="0"/>
          <a:chOff x="0" y="0"/>
          <a:chExt cx="0" cy="0"/>
        </a:xfrm>
      </p:grpSpPr>
      <p:sp>
        <p:nvSpPr>
          <p:cNvPr id="44" name="Google Shape;44;p9"/>
          <p:cNvSpPr/>
          <p:nvPr/>
        </p:nvSpPr>
        <p:spPr>
          <a:xfrm flipH="1" rot="10800000">
            <a:off x="0" y="3862199"/>
            <a:ext cx="9144000" cy="1281300"/>
          </a:xfrm>
          <a:prstGeom prst="roundRect">
            <a:avLst>
              <a:gd fmla="val 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46" name="Google Shape;46;p9"/>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47" name="Google Shape;47;p9"/>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pic>
        <p:nvPicPr>
          <p:cNvPr id="48" name="Google Shape;48;p9"/>
          <p:cNvPicPr preferRelativeResize="0"/>
          <p:nvPr/>
        </p:nvPicPr>
        <p:blipFill rotWithShape="1">
          <a:blip r:embed="rId3">
            <a:alphaModFix/>
          </a:blip>
          <a:srcRect b="0" l="0" r="0" t="507"/>
          <a:stretch/>
        </p:blipFill>
        <p:spPr>
          <a:xfrm>
            <a:off x="5791800" y="0"/>
            <a:ext cx="3352200" cy="2948851"/>
          </a:xfrm>
          <a:prstGeom prst="rect">
            <a:avLst/>
          </a:prstGeom>
          <a:noFill/>
          <a:ln>
            <a:noFill/>
          </a:ln>
        </p:spPr>
      </p:pic>
      <p:sp>
        <p:nvSpPr>
          <p:cNvPr id="49" name="Google Shape;49;p9"/>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50" name="Google Shape;50;p9"/>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基本フレーム - 2">
  <p:cSld name="BLANK_2_3_1_1_1_1">
    <p:bg>
      <p:bgPr>
        <a:solidFill>
          <a:schemeClr val="lt2"/>
        </a:solidFill>
      </p:bgPr>
    </p:bg>
    <p:spTree>
      <p:nvGrpSpPr>
        <p:cNvPr id="51" name="Shape 51"/>
        <p:cNvGrpSpPr/>
        <p:nvPr/>
      </p:nvGrpSpPr>
      <p:grpSpPr>
        <a:xfrm>
          <a:off x="0" y="0"/>
          <a:ext cx="0" cy="0"/>
          <a:chOff x="0" y="0"/>
          <a:chExt cx="0" cy="0"/>
        </a:xfrm>
      </p:grpSpPr>
      <p:sp>
        <p:nvSpPr>
          <p:cNvPr id="52" name="Google Shape;52;p10"/>
          <p:cNvSpPr/>
          <p:nvPr/>
        </p:nvSpPr>
        <p:spPr>
          <a:xfrm flipH="1" rot="10800000">
            <a:off x="0" y="809700"/>
            <a:ext cx="9144000" cy="4333800"/>
          </a:xfrm>
          <a:prstGeom prst="roundRect">
            <a:avLst>
              <a:gd fmla="val 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0"/>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54" name="Google Shape;54;p10"/>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55" name="Google Shape;55;p10"/>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56" name="Google Shape;56;p10"/>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57" name="Google Shape;57;p10"/>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基本フレーム - 3">
  <p:cSld name="BLANK_2_3_1_1_1_1_2">
    <p:bg>
      <p:bgPr>
        <a:solidFill>
          <a:schemeClr val="lt2"/>
        </a:solidFill>
      </p:bgPr>
    </p:bg>
    <p:spTree>
      <p:nvGrpSpPr>
        <p:cNvPr id="58" name="Shape 58"/>
        <p:cNvGrpSpPr/>
        <p:nvPr/>
      </p:nvGrpSpPr>
      <p:grpSpPr>
        <a:xfrm>
          <a:off x="0" y="0"/>
          <a:ext cx="0" cy="0"/>
          <a:chOff x="0" y="0"/>
          <a:chExt cx="0" cy="0"/>
        </a:xfrm>
      </p:grpSpPr>
      <p:sp>
        <p:nvSpPr>
          <p:cNvPr id="59" name="Google Shape;59;p11"/>
          <p:cNvSpPr/>
          <p:nvPr/>
        </p:nvSpPr>
        <p:spPr>
          <a:xfrm flipH="1" rot="10800000">
            <a:off x="0" y="438300"/>
            <a:ext cx="9144000" cy="4705200"/>
          </a:xfrm>
          <a:prstGeom prst="roundRect">
            <a:avLst>
              <a:gd fmla="val 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1"/>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61" name="Google Shape;61;p11"/>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62" name="Google Shape;62;p11"/>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63" name="Google Shape;63;p11"/>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図メイン">
  <p:cSld name="BLANK_2_3_1_1_1_1_1">
    <p:bg>
      <p:bgPr>
        <a:solidFill>
          <a:schemeClr val="lt2"/>
        </a:solidFill>
      </p:bgPr>
    </p:bg>
    <p:spTree>
      <p:nvGrpSpPr>
        <p:cNvPr id="64" name="Shape 64"/>
        <p:cNvGrpSpPr/>
        <p:nvPr/>
      </p:nvGrpSpPr>
      <p:grpSpPr>
        <a:xfrm>
          <a:off x="0" y="0"/>
          <a:ext cx="0" cy="0"/>
          <a:chOff x="0" y="0"/>
          <a:chExt cx="0" cy="0"/>
        </a:xfrm>
      </p:grpSpPr>
      <p:sp>
        <p:nvSpPr>
          <p:cNvPr id="65" name="Google Shape;65;p12"/>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66" name="Google Shape;66;p12"/>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67" name="Google Shape;67;p12"/>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68" name="Google Shape;68;p12"/>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69" name="Google Shape;69;p12"/>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
        <p:nvSpPr>
          <p:cNvPr id="70" name="Google Shape;70;p12"/>
          <p:cNvSpPr/>
          <p:nvPr>
            <p:ph idx="2" type="pic"/>
          </p:nvPr>
        </p:nvSpPr>
        <p:spPr>
          <a:xfrm>
            <a:off x="450000" y="878475"/>
            <a:ext cx="8280000" cy="3827100"/>
          </a:xfrm>
          <a:prstGeom prst="roundRect">
            <a:avLst>
              <a:gd fmla="val 2749" name="adj"/>
            </a:avLst>
          </a:prstGeom>
          <a:noFill/>
          <a:ln>
            <a:noFill/>
          </a:ln>
        </p:spPr>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File">
  <p:cSld name="CUSTOM">
    <p:bg>
      <p:bgPr>
        <a:solidFill>
          <a:schemeClr val="accent1"/>
        </a:solidFill>
      </p:bgPr>
    </p:bg>
    <p:spTree>
      <p:nvGrpSpPr>
        <p:cNvPr id="71" name="Shape 71"/>
        <p:cNvGrpSpPr/>
        <p:nvPr/>
      </p:nvGrpSpPr>
      <p:grpSpPr>
        <a:xfrm>
          <a:off x="0" y="0"/>
          <a:ext cx="0" cy="0"/>
          <a:chOff x="0" y="0"/>
          <a:chExt cx="0" cy="0"/>
        </a:xfrm>
      </p:grpSpPr>
      <p:pic>
        <p:nvPicPr>
          <p:cNvPr id="72" name="Google Shape;72;p13"/>
          <p:cNvPicPr preferRelativeResize="0"/>
          <p:nvPr/>
        </p:nvPicPr>
        <p:blipFill>
          <a:blip r:embed="rId2">
            <a:alphaModFix/>
          </a:blip>
          <a:stretch>
            <a:fillRect/>
          </a:stretch>
        </p:blipFill>
        <p:spPr>
          <a:xfrm>
            <a:off x="0" y="-5"/>
            <a:ext cx="9144000" cy="514350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Char char="●"/>
              <a:defRPr sz="1800">
                <a:solidFill>
                  <a:schemeClr val="lt1"/>
                </a:solidFill>
              </a:defRPr>
            </a:lvl1pPr>
            <a:lvl2pPr indent="-317500" lvl="1" marL="914400">
              <a:lnSpc>
                <a:spcPct val="115000"/>
              </a:lnSpc>
              <a:spcBef>
                <a:spcPts val="1600"/>
              </a:spcBef>
              <a:spcAft>
                <a:spcPts val="0"/>
              </a:spcAft>
              <a:buClr>
                <a:schemeClr val="lt1"/>
              </a:buClr>
              <a:buSzPts val="1400"/>
              <a:buChar char="○"/>
              <a:defRPr>
                <a:solidFill>
                  <a:schemeClr val="lt1"/>
                </a:solidFill>
              </a:defRPr>
            </a:lvl2pPr>
            <a:lvl3pPr indent="-317500" lvl="2" marL="1371600">
              <a:lnSpc>
                <a:spcPct val="115000"/>
              </a:lnSpc>
              <a:spcBef>
                <a:spcPts val="1600"/>
              </a:spcBef>
              <a:spcAft>
                <a:spcPts val="0"/>
              </a:spcAft>
              <a:buClr>
                <a:schemeClr val="lt1"/>
              </a:buClr>
              <a:buSzPts val="1400"/>
              <a:buChar char="■"/>
              <a:defRPr>
                <a:solidFill>
                  <a:schemeClr val="lt1"/>
                </a:solidFill>
              </a:defRPr>
            </a:lvl3pPr>
            <a:lvl4pPr indent="-317500" lvl="3" marL="1828800">
              <a:lnSpc>
                <a:spcPct val="115000"/>
              </a:lnSpc>
              <a:spcBef>
                <a:spcPts val="1600"/>
              </a:spcBef>
              <a:spcAft>
                <a:spcPts val="0"/>
              </a:spcAft>
              <a:buClr>
                <a:schemeClr val="lt1"/>
              </a:buClr>
              <a:buSzPts val="1400"/>
              <a:buChar char="●"/>
              <a:defRPr>
                <a:solidFill>
                  <a:schemeClr val="lt1"/>
                </a:solidFill>
              </a:defRPr>
            </a:lvl4pPr>
            <a:lvl5pPr indent="-317500" lvl="4" marL="2286000">
              <a:lnSpc>
                <a:spcPct val="115000"/>
              </a:lnSpc>
              <a:spcBef>
                <a:spcPts val="1600"/>
              </a:spcBef>
              <a:spcAft>
                <a:spcPts val="0"/>
              </a:spcAft>
              <a:buClr>
                <a:schemeClr val="lt1"/>
              </a:buClr>
              <a:buSzPts val="1400"/>
              <a:buChar char="○"/>
              <a:defRPr>
                <a:solidFill>
                  <a:schemeClr val="lt1"/>
                </a:solidFill>
              </a:defRPr>
            </a:lvl5pPr>
            <a:lvl6pPr indent="-317500" lvl="5" marL="2743200">
              <a:lnSpc>
                <a:spcPct val="115000"/>
              </a:lnSpc>
              <a:spcBef>
                <a:spcPts val="1600"/>
              </a:spcBef>
              <a:spcAft>
                <a:spcPts val="0"/>
              </a:spcAft>
              <a:buClr>
                <a:schemeClr val="lt1"/>
              </a:buClr>
              <a:buSzPts val="1400"/>
              <a:buChar char="■"/>
              <a:defRPr>
                <a:solidFill>
                  <a:schemeClr val="lt1"/>
                </a:solidFill>
              </a:defRPr>
            </a:lvl6pPr>
            <a:lvl7pPr indent="-317500" lvl="6" marL="3200400">
              <a:lnSpc>
                <a:spcPct val="115000"/>
              </a:lnSpc>
              <a:spcBef>
                <a:spcPts val="1600"/>
              </a:spcBef>
              <a:spcAft>
                <a:spcPts val="0"/>
              </a:spcAft>
              <a:buClr>
                <a:schemeClr val="lt1"/>
              </a:buClr>
              <a:buSzPts val="1400"/>
              <a:buChar char="●"/>
              <a:defRPr>
                <a:solidFill>
                  <a:schemeClr val="lt1"/>
                </a:solidFill>
              </a:defRPr>
            </a:lvl7pPr>
            <a:lvl8pPr indent="-317500" lvl="7" marL="3657600">
              <a:lnSpc>
                <a:spcPct val="115000"/>
              </a:lnSpc>
              <a:spcBef>
                <a:spcPts val="1600"/>
              </a:spcBef>
              <a:spcAft>
                <a:spcPts val="0"/>
              </a:spcAft>
              <a:buClr>
                <a:schemeClr val="lt1"/>
              </a:buClr>
              <a:buSzPts val="1400"/>
              <a:buChar char="○"/>
              <a:defRPr>
                <a:solidFill>
                  <a:schemeClr val="lt1"/>
                </a:solidFill>
              </a:defRPr>
            </a:lvl8pPr>
            <a:lvl9pPr indent="-317500" lvl="8" marL="4114800">
              <a:lnSpc>
                <a:spcPct val="115000"/>
              </a:lnSpc>
              <a:spcBef>
                <a:spcPts val="1600"/>
              </a:spcBef>
              <a:spcAft>
                <a:spcPts val="1600"/>
              </a:spcAft>
              <a:buClr>
                <a:schemeClr val="lt1"/>
              </a:buClr>
              <a:buSzPts val="1400"/>
              <a:buChar char="■"/>
              <a:defRPr>
                <a:solidFill>
                  <a:schemeClr val="lt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76" name="Shape 76"/>
        <p:cNvGrpSpPr/>
        <p:nvPr/>
      </p:nvGrpSpPr>
      <p:grpSpPr>
        <a:xfrm>
          <a:off x="0" y="0"/>
          <a:ext cx="0" cy="0"/>
          <a:chOff x="0" y="0"/>
          <a:chExt cx="0" cy="0"/>
        </a:xfrm>
      </p:grpSpPr>
      <p:sp>
        <p:nvSpPr>
          <p:cNvPr id="77" name="Google Shape;77;p14"/>
          <p:cNvSpPr txBox="1"/>
          <p:nvPr/>
        </p:nvSpPr>
        <p:spPr>
          <a:xfrm>
            <a:off x="4105800" y="4764066"/>
            <a:ext cx="968400" cy="307800"/>
          </a:xfrm>
          <a:prstGeom prst="rect">
            <a:avLst/>
          </a:prstGeom>
          <a:noFill/>
          <a:ln>
            <a:noFill/>
          </a:ln>
        </p:spPr>
        <p:txBody>
          <a:bodyPr anchorCtr="0" anchor="ctr" bIns="19050" lIns="19050" spcFirstLastPara="1" rIns="19050" wrap="square" tIns="19050">
            <a:normAutofit/>
          </a:bodyPr>
          <a:lstStyle/>
          <a:p>
            <a:pPr indent="0" lvl="0" marL="0" marR="0" rtl="0" algn="ctr">
              <a:lnSpc>
                <a:spcPct val="80000"/>
              </a:lnSpc>
              <a:spcBef>
                <a:spcPts val="0"/>
              </a:spcBef>
              <a:spcAft>
                <a:spcPts val="0"/>
              </a:spcAft>
              <a:buClr>
                <a:srgbClr val="5E5E5E"/>
              </a:buClr>
              <a:buSzPts val="700"/>
              <a:buFont typeface="Arial"/>
              <a:buNone/>
            </a:pPr>
            <a:r>
              <a:rPr i="0" lang="ja" sz="800" u="none" cap="none" strike="noStrike">
                <a:solidFill>
                  <a:srgbClr val="FFFFFF"/>
                </a:solidFill>
              </a:rPr>
              <a:t>© 202</a:t>
            </a:r>
            <a:r>
              <a:rPr lang="ja" sz="800">
                <a:solidFill>
                  <a:srgbClr val="FFFFFF"/>
                </a:solidFill>
              </a:rPr>
              <a:t>4</a:t>
            </a:r>
            <a:r>
              <a:rPr i="0" lang="ja" sz="800" u="none" cap="none" strike="noStrike">
                <a:solidFill>
                  <a:srgbClr val="FFFFFF"/>
                </a:solidFill>
              </a:rPr>
              <a:t> Sun* Inc.</a:t>
            </a:r>
            <a:endParaRPr i="0" sz="800" u="none" cap="none" strike="noStrike">
              <a:solidFill>
                <a:srgbClr val="FFFFFF"/>
              </a:solidFill>
            </a:endParaRPr>
          </a:p>
        </p:txBody>
      </p:sp>
      <p:sp>
        <p:nvSpPr>
          <p:cNvPr id="78" name="Google Shape;78;p14"/>
          <p:cNvSpPr txBox="1"/>
          <p:nvPr/>
        </p:nvSpPr>
        <p:spPr>
          <a:xfrm>
            <a:off x="520950" y="1766820"/>
            <a:ext cx="4155600" cy="507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3300">
                <a:solidFill>
                  <a:srgbClr val="FFFFFF"/>
                </a:solidFill>
                <a:latin typeface="Helvetica Neue"/>
                <a:ea typeface="Helvetica Neue"/>
                <a:cs typeface="Helvetica Neue"/>
                <a:sym typeface="Helvetica Neue"/>
              </a:rPr>
              <a:t>Project </a:t>
            </a:r>
            <a:r>
              <a:rPr b="1" lang="ja" sz="3300">
                <a:solidFill>
                  <a:srgbClr val="FFFFFF"/>
                </a:solidFill>
                <a:latin typeface="Helvetica Neue"/>
                <a:ea typeface="Helvetica Neue"/>
                <a:cs typeface="Helvetica Neue"/>
                <a:sym typeface="Helvetica Neue"/>
              </a:rPr>
              <a:t>Insight</a:t>
            </a:r>
            <a:r>
              <a:rPr b="1" lang="ja" sz="3300">
                <a:solidFill>
                  <a:srgbClr val="FFFFFF"/>
                </a:solidFill>
                <a:latin typeface="Helvetica Neue"/>
                <a:ea typeface="Helvetica Neue"/>
                <a:cs typeface="Helvetica Neue"/>
                <a:sym typeface="Helvetica Neue"/>
              </a:rPr>
              <a:t> Deck</a:t>
            </a:r>
            <a:endParaRPr b="1" sz="3300">
              <a:solidFill>
                <a:srgbClr val="FFFFFF"/>
              </a:solidFill>
              <a:latin typeface="Helvetica Neue"/>
              <a:ea typeface="Helvetica Neue"/>
              <a:cs typeface="Helvetica Neue"/>
              <a:sym typeface="Helvetica Neue"/>
            </a:endParaRPr>
          </a:p>
        </p:txBody>
      </p:sp>
      <p:sp>
        <p:nvSpPr>
          <p:cNvPr id="79" name="Google Shape;79;p14"/>
          <p:cNvSpPr txBox="1"/>
          <p:nvPr/>
        </p:nvSpPr>
        <p:spPr>
          <a:xfrm>
            <a:off x="530475" y="2333198"/>
            <a:ext cx="2289600" cy="231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500">
                <a:solidFill>
                  <a:srgbClr val="FFFFFF"/>
                </a:solidFill>
                <a:latin typeface="Helvetica Neue"/>
                <a:ea typeface="Helvetica Neue"/>
                <a:cs typeface="Helvetica Neue"/>
                <a:sym typeface="Helvetica Neue"/>
              </a:rPr>
              <a:t>{Project name}</a:t>
            </a:r>
            <a:endParaRPr b="1" sz="1500">
              <a:solidFill>
                <a:srgbClr val="FFFFFF"/>
              </a:solidFill>
              <a:latin typeface="Helvetica Neue"/>
              <a:ea typeface="Helvetica Neue"/>
              <a:cs typeface="Helvetica Neue"/>
              <a:sym typeface="Helvetica Neue"/>
            </a:endParaRPr>
          </a:p>
        </p:txBody>
      </p:sp>
      <p:sp>
        <p:nvSpPr>
          <p:cNvPr id="80" name="Google Shape;80;p14"/>
          <p:cNvSpPr txBox="1"/>
          <p:nvPr/>
        </p:nvSpPr>
        <p:spPr>
          <a:xfrm>
            <a:off x="529305" y="2824113"/>
            <a:ext cx="6483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ja" sz="1200">
                <a:solidFill>
                  <a:srgbClr val="FFFFFF"/>
                </a:solidFill>
                <a:latin typeface="Helvetica Neue"/>
                <a:ea typeface="Helvetica Neue"/>
                <a:cs typeface="Helvetica Neue"/>
                <a:sym typeface="Helvetica Neue"/>
              </a:rPr>
              <a:t>2024.10</a:t>
            </a:r>
            <a:endParaRPr sz="1200">
              <a:solidFill>
                <a:srgbClr val="FFFFFF"/>
              </a:solidFill>
              <a:latin typeface="Helvetica Neue"/>
              <a:ea typeface="Helvetica Neue"/>
              <a:cs typeface="Helvetica Neue"/>
              <a:sym typeface="Helvetica Neue"/>
            </a:endParaRPr>
          </a:p>
        </p:txBody>
      </p:sp>
      <p:pic>
        <p:nvPicPr>
          <p:cNvPr id="81" name="Google Shape;81;p14"/>
          <p:cNvPicPr preferRelativeResize="0"/>
          <p:nvPr/>
        </p:nvPicPr>
        <p:blipFill>
          <a:blip r:embed="rId3">
            <a:alphaModFix/>
          </a:blip>
          <a:stretch>
            <a:fillRect/>
          </a:stretch>
        </p:blipFill>
        <p:spPr>
          <a:xfrm>
            <a:off x="566525" y="1188800"/>
            <a:ext cx="503875" cy="166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p:nvPr/>
        </p:nvSpPr>
        <p:spPr>
          <a:xfrm>
            <a:off x="278425" y="1062400"/>
            <a:ext cx="8595600" cy="3531600"/>
          </a:xfrm>
          <a:prstGeom prst="flowChartAlternateProcess">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5"/>
          <p:cNvSpPr/>
          <p:nvPr/>
        </p:nvSpPr>
        <p:spPr>
          <a:xfrm>
            <a:off x="1118125" y="1436950"/>
            <a:ext cx="2782500" cy="27825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5251800" y="1436950"/>
            <a:ext cx="2782500" cy="27825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5"/>
          <p:cNvPicPr preferRelativeResize="0"/>
          <p:nvPr/>
        </p:nvPicPr>
        <p:blipFill rotWithShape="1">
          <a:blip r:embed="rId3">
            <a:alphaModFix/>
          </a:blip>
          <a:srcRect b="0" l="0" r="0" t="0"/>
          <a:stretch/>
        </p:blipFill>
        <p:spPr>
          <a:xfrm>
            <a:off x="5949198" y="2583472"/>
            <a:ext cx="1476875" cy="489450"/>
          </a:xfrm>
          <a:prstGeom prst="rect">
            <a:avLst/>
          </a:prstGeom>
          <a:noFill/>
          <a:ln>
            <a:noFill/>
          </a:ln>
        </p:spPr>
      </p:pic>
      <p:cxnSp>
        <p:nvCxnSpPr>
          <p:cNvPr id="90" name="Google Shape;90;p15"/>
          <p:cNvCxnSpPr/>
          <p:nvPr/>
        </p:nvCxnSpPr>
        <p:spPr>
          <a:xfrm flipH="1">
            <a:off x="4222075" y="2474050"/>
            <a:ext cx="708300" cy="708300"/>
          </a:xfrm>
          <a:prstGeom prst="straightConnector1">
            <a:avLst/>
          </a:prstGeom>
          <a:noFill/>
          <a:ln cap="flat" cmpd="sng" w="9525">
            <a:solidFill>
              <a:srgbClr val="B7B7B7"/>
            </a:solidFill>
            <a:prstDash val="solid"/>
            <a:round/>
            <a:headEnd len="med" w="med" type="none"/>
            <a:tailEnd len="med" w="med" type="none"/>
          </a:ln>
        </p:spPr>
      </p:cxnSp>
      <p:cxnSp>
        <p:nvCxnSpPr>
          <p:cNvPr id="91" name="Google Shape;91;p15"/>
          <p:cNvCxnSpPr/>
          <p:nvPr/>
        </p:nvCxnSpPr>
        <p:spPr>
          <a:xfrm>
            <a:off x="4222075" y="2474050"/>
            <a:ext cx="708300" cy="708300"/>
          </a:xfrm>
          <a:prstGeom prst="straightConnector1">
            <a:avLst/>
          </a:prstGeom>
          <a:noFill/>
          <a:ln cap="flat" cmpd="sng" w="9525">
            <a:solidFill>
              <a:srgbClr val="B7B7B7"/>
            </a:solidFill>
            <a:prstDash val="solid"/>
            <a:round/>
            <a:headEnd len="med" w="med" type="none"/>
            <a:tailEnd len="med" w="med" type="none"/>
          </a:ln>
        </p:spPr>
      </p:cxnSp>
      <p:pic>
        <p:nvPicPr>
          <p:cNvPr descr="Onion - Free food icons" id="92" name="Google Shape;92;p15"/>
          <p:cNvPicPr preferRelativeResize="0"/>
          <p:nvPr/>
        </p:nvPicPr>
        <p:blipFill>
          <a:blip r:embed="rId4">
            <a:alphaModFix/>
          </a:blip>
          <a:stretch>
            <a:fillRect/>
          </a:stretch>
        </p:blipFill>
        <p:spPr>
          <a:xfrm>
            <a:off x="1594988" y="1792825"/>
            <a:ext cx="1828800" cy="1828800"/>
          </a:xfrm>
          <a:prstGeom prst="roundRect">
            <a:avLst>
              <a:gd fmla="val 16667" name="adj"/>
            </a:avLst>
          </a:prstGeom>
          <a:noFill/>
          <a:ln>
            <a:noFill/>
          </a:ln>
        </p:spPr>
      </p:pic>
      <p:sp>
        <p:nvSpPr>
          <p:cNvPr id="93" name="Google Shape;93;p15"/>
          <p:cNvSpPr txBox="1"/>
          <p:nvPr/>
        </p:nvSpPr>
        <p:spPr>
          <a:xfrm>
            <a:off x="1873700" y="3527960"/>
            <a:ext cx="1271400" cy="48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800">
                <a:solidFill>
                  <a:schemeClr val="dk1"/>
                </a:solidFill>
                <a:latin typeface="Calibri"/>
                <a:ea typeface="Calibri"/>
                <a:cs typeface="Calibri"/>
                <a:sym typeface="Calibri"/>
              </a:rPr>
              <a:t>Onion.inc</a:t>
            </a:r>
            <a:endParaRPr b="1" sz="1800">
              <a:solidFill>
                <a:schemeClr val="dk1"/>
              </a:solidFill>
              <a:latin typeface="Calibri"/>
              <a:ea typeface="Calibri"/>
              <a:cs typeface="Calibri"/>
              <a:sym typeface="Calibri"/>
            </a:endParaRPr>
          </a:p>
        </p:txBody>
      </p:sp>
      <p:sp>
        <p:nvSpPr>
          <p:cNvPr id="94" name="Google Shape;94;p15"/>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Project Name</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16"/>
          <p:cNvSpPr/>
          <p:nvPr/>
        </p:nvSpPr>
        <p:spPr>
          <a:xfrm>
            <a:off x="331275" y="212850"/>
            <a:ext cx="8517600" cy="4717800"/>
          </a:xfrm>
          <a:prstGeom prst="roundRect">
            <a:avLst>
              <a:gd fmla="val 216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6"/>
          <p:cNvSpPr txBox="1"/>
          <p:nvPr>
            <p:ph idx="4294967295" type="title"/>
          </p:nvPr>
        </p:nvSpPr>
        <p:spPr>
          <a:xfrm>
            <a:off x="2657475" y="386800"/>
            <a:ext cx="3865200" cy="455700"/>
          </a:xfrm>
          <a:prstGeom prst="rect">
            <a:avLst/>
          </a:prstGeom>
          <a:noFill/>
          <a:ln>
            <a:noFill/>
          </a:ln>
        </p:spPr>
        <p:txBody>
          <a:bodyPr anchorCtr="0" anchor="ctr" bIns="90000" lIns="90000" spcFirstLastPara="1" rIns="91425" wrap="square" tIns="90000">
            <a:noAutofit/>
          </a:bodyPr>
          <a:lstStyle/>
          <a:p>
            <a:pPr indent="0" lvl="0" marL="0" rtl="0" algn="ctr">
              <a:spcBef>
                <a:spcPts val="0"/>
              </a:spcBef>
              <a:spcAft>
                <a:spcPts val="0"/>
              </a:spcAft>
              <a:buNone/>
            </a:pPr>
            <a:r>
              <a:rPr b="1" lang="ja" sz="1800">
                <a:solidFill>
                  <a:srgbClr val="3D3A39"/>
                </a:solidFill>
                <a:latin typeface="Noto Sans JP"/>
                <a:ea typeface="Noto Sans JP"/>
                <a:cs typeface="Noto Sans JP"/>
                <a:sym typeface="Noto Sans JP"/>
              </a:rPr>
              <a:t>Slide Structure</a:t>
            </a:r>
            <a:endParaRPr b="1" sz="1800">
              <a:solidFill>
                <a:srgbClr val="3D3A39"/>
              </a:solidFill>
              <a:latin typeface="Noto Sans JP"/>
              <a:ea typeface="Noto Sans JP"/>
              <a:cs typeface="Noto Sans JP"/>
              <a:sym typeface="Noto Sans JP"/>
            </a:endParaRPr>
          </a:p>
        </p:txBody>
      </p:sp>
      <p:sp>
        <p:nvSpPr>
          <p:cNvPr id="101" name="Google Shape;101;p16"/>
          <p:cNvSpPr/>
          <p:nvPr/>
        </p:nvSpPr>
        <p:spPr>
          <a:xfrm>
            <a:off x="837225" y="1075575"/>
            <a:ext cx="3752700" cy="36123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txBox="1"/>
          <p:nvPr/>
        </p:nvSpPr>
        <p:spPr>
          <a:xfrm>
            <a:off x="1110425" y="1395125"/>
            <a:ext cx="3208200" cy="3471000"/>
          </a:xfrm>
          <a:prstGeom prst="rect">
            <a:avLst/>
          </a:prstGeom>
          <a:noFill/>
          <a:ln>
            <a:noFill/>
          </a:ln>
        </p:spPr>
        <p:txBody>
          <a:bodyPr anchorCtr="0" anchor="ctr" bIns="0" lIns="0" spcFirstLastPara="1" rIns="0" wrap="square" tIns="0">
            <a:spAutoFit/>
          </a:bodyPr>
          <a:lstStyle/>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Member of Sun Asterisk Introduction</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Member of client Introduction</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Business situation surrounding the project</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The project’s accomplishes</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Project KPI</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Prerequisites and restrictions of </a:t>
            </a:r>
            <a:r>
              <a:rPr b="1" lang="ja" sz="1100">
                <a:solidFill>
                  <a:schemeClr val="lt1"/>
                </a:solidFill>
                <a:latin typeface="Noto Sans JP"/>
                <a:ea typeface="Noto Sans JP"/>
                <a:cs typeface="Noto Sans JP"/>
                <a:sym typeface="Noto Sans JP"/>
              </a:rPr>
              <a:t>Milestone</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Milestone and KPI</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Team structure</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Development process</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Process approach and person responsible for implementation</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Communication in the team</a:t>
            </a:r>
            <a:endParaRPr b="1" sz="1100">
              <a:solidFill>
                <a:schemeClr val="lt1"/>
              </a:solidFill>
              <a:latin typeface="Noto Sans JP"/>
              <a:ea typeface="Noto Sans JP"/>
              <a:cs typeface="Noto Sans JP"/>
              <a:sym typeface="Noto Sans JP"/>
            </a:endParaRPr>
          </a:p>
          <a:p>
            <a:pPr indent="0" lvl="0" marL="457200" rtl="0" algn="l">
              <a:lnSpc>
                <a:spcPct val="150000"/>
              </a:lnSpc>
              <a:spcBef>
                <a:spcPts val="0"/>
              </a:spcBef>
              <a:spcAft>
                <a:spcPts val="0"/>
              </a:spcAft>
              <a:buNone/>
            </a:pPr>
            <a:r>
              <a:t/>
            </a:r>
            <a:endParaRPr b="1" sz="1100">
              <a:solidFill>
                <a:schemeClr val="lt1"/>
              </a:solidFill>
              <a:latin typeface="Noto Sans JP"/>
              <a:ea typeface="Noto Sans JP"/>
              <a:cs typeface="Noto Sans JP"/>
              <a:sym typeface="Noto Sans JP"/>
            </a:endParaRPr>
          </a:p>
          <a:p>
            <a:pPr indent="0" lvl="0" marL="0" rtl="0" algn="l">
              <a:lnSpc>
                <a:spcPct val="150000"/>
              </a:lnSpc>
              <a:spcBef>
                <a:spcPts val="0"/>
              </a:spcBef>
              <a:spcAft>
                <a:spcPts val="0"/>
              </a:spcAft>
              <a:buNone/>
            </a:pPr>
            <a:r>
              <a:rPr b="1" lang="ja" sz="1100">
                <a:solidFill>
                  <a:schemeClr val="lt1"/>
                </a:solidFill>
                <a:latin typeface="Noto Sans JP"/>
                <a:ea typeface="Noto Sans JP"/>
                <a:cs typeface="Noto Sans JP"/>
                <a:sym typeface="Noto Sans JP"/>
              </a:rPr>
              <a:t>etc</a:t>
            </a:r>
            <a:r>
              <a:rPr b="1" lang="ja" sz="1100">
                <a:solidFill>
                  <a:schemeClr val="lt1"/>
                </a:solidFill>
                <a:latin typeface="Noto Sans JP"/>
                <a:ea typeface="Noto Sans JP"/>
                <a:cs typeface="Noto Sans JP"/>
                <a:sym typeface="Noto Sans JP"/>
              </a:rPr>
              <a:t>.</a:t>
            </a:r>
            <a:endParaRPr b="1" sz="1100">
              <a:solidFill>
                <a:schemeClr val="lt1"/>
              </a:solidFill>
              <a:latin typeface="Noto Sans JP"/>
              <a:ea typeface="Noto Sans JP"/>
              <a:cs typeface="Noto Sans JP"/>
              <a:sym typeface="Noto Sans JP"/>
            </a:endParaRPr>
          </a:p>
        </p:txBody>
      </p:sp>
      <p:sp>
        <p:nvSpPr>
          <p:cNvPr id="103" name="Google Shape;103;p16"/>
          <p:cNvSpPr txBox="1"/>
          <p:nvPr/>
        </p:nvSpPr>
        <p:spPr>
          <a:xfrm>
            <a:off x="5132025" y="4258725"/>
            <a:ext cx="3564000" cy="138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900">
                <a:solidFill>
                  <a:srgbClr val="666666"/>
                </a:solidFill>
                <a:latin typeface="Noto Sans JP"/>
                <a:ea typeface="Noto Sans JP"/>
                <a:cs typeface="Noto Sans JP"/>
                <a:sym typeface="Noto Sans JP"/>
              </a:rPr>
              <a:t>You can choose and use topics according to the scene you need.</a:t>
            </a:r>
            <a:endParaRPr sz="900">
              <a:solidFill>
                <a:srgbClr val="666666"/>
              </a:solidFill>
              <a:latin typeface="Noto Sans JP"/>
              <a:ea typeface="Noto Sans JP"/>
              <a:cs typeface="Noto Sans JP"/>
              <a:sym typeface="Noto Sans JP"/>
            </a:endParaRPr>
          </a:p>
        </p:txBody>
      </p:sp>
      <p:sp>
        <p:nvSpPr>
          <p:cNvPr id="104" name="Google Shape;104;p16"/>
          <p:cNvSpPr/>
          <p:nvPr/>
        </p:nvSpPr>
        <p:spPr>
          <a:xfrm rot="-1032">
            <a:off x="1741625" y="955826"/>
            <a:ext cx="1999200" cy="231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Content of Project Insights Deck</a:t>
            </a:r>
            <a:endParaRPr sz="800">
              <a:solidFill>
                <a:srgbClr val="FFFFFF"/>
              </a:solidFill>
              <a:latin typeface="Epilogue SemiBold"/>
              <a:ea typeface="Epilogue SemiBold"/>
              <a:cs typeface="Epilogue SemiBold"/>
              <a:sym typeface="Epilogue SemiBold"/>
            </a:endParaRPr>
          </a:p>
        </p:txBody>
      </p:sp>
      <p:sp>
        <p:nvSpPr>
          <p:cNvPr id="105" name="Google Shape;105;p16"/>
          <p:cNvSpPr/>
          <p:nvPr/>
        </p:nvSpPr>
        <p:spPr>
          <a:xfrm>
            <a:off x="4911225" y="1075575"/>
            <a:ext cx="3564000" cy="1112400"/>
          </a:xfrm>
          <a:prstGeom prst="roundRect">
            <a:avLst>
              <a:gd fmla="val 5603" name="adj"/>
            </a:avLst>
          </a:prstGeom>
          <a:solidFill>
            <a:schemeClr val="lt2"/>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txBox="1"/>
          <p:nvPr/>
        </p:nvSpPr>
        <p:spPr>
          <a:xfrm>
            <a:off x="5182525" y="1589375"/>
            <a:ext cx="2970000" cy="384900"/>
          </a:xfrm>
          <a:prstGeom prst="rect">
            <a:avLst/>
          </a:prstGeom>
          <a:noFill/>
          <a:ln>
            <a:noFill/>
          </a:ln>
        </p:spPr>
        <p:txBody>
          <a:bodyPr anchorCtr="0" anchor="ctr" bIns="0" lIns="0" spcFirstLastPara="1" rIns="0" wrap="square" tIns="0">
            <a:spAutoFit/>
          </a:bodyPr>
          <a:lstStyle/>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Members introduction</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Business situation surrounding the project</a:t>
            </a:r>
            <a:endParaRPr b="1" sz="1000">
              <a:solidFill>
                <a:schemeClr val="lt1"/>
              </a:solidFill>
              <a:latin typeface="Noto Sans JP"/>
              <a:ea typeface="Noto Sans JP"/>
              <a:cs typeface="Noto Sans JP"/>
              <a:sym typeface="Noto Sans JP"/>
            </a:endParaRPr>
          </a:p>
        </p:txBody>
      </p:sp>
      <p:sp>
        <p:nvSpPr>
          <p:cNvPr id="107" name="Google Shape;107;p16"/>
          <p:cNvSpPr/>
          <p:nvPr/>
        </p:nvSpPr>
        <p:spPr>
          <a:xfrm rot="-1207">
            <a:off x="5882925" y="955776"/>
            <a:ext cx="1709100" cy="231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Meet and Greet agenda</a:t>
            </a:r>
            <a:endParaRPr sz="800">
              <a:solidFill>
                <a:srgbClr val="FFFFFF"/>
              </a:solidFill>
              <a:latin typeface="Epilogue SemiBold"/>
              <a:ea typeface="Epilogue SemiBold"/>
              <a:cs typeface="Epilogue SemiBold"/>
              <a:sym typeface="Epilogue SemiBold"/>
            </a:endParaRPr>
          </a:p>
        </p:txBody>
      </p:sp>
      <p:sp>
        <p:nvSpPr>
          <p:cNvPr id="108" name="Google Shape;108;p16"/>
          <p:cNvSpPr/>
          <p:nvPr/>
        </p:nvSpPr>
        <p:spPr>
          <a:xfrm>
            <a:off x="4911325" y="2496650"/>
            <a:ext cx="3564000" cy="1704600"/>
          </a:xfrm>
          <a:prstGeom prst="roundRect">
            <a:avLst>
              <a:gd fmla="val 5603" name="adj"/>
            </a:avLst>
          </a:prstGeom>
          <a:solidFill>
            <a:schemeClr val="lt2"/>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rot="-1207">
            <a:off x="5924325" y="2376876"/>
            <a:ext cx="1709100" cy="231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PJ Kick Off</a:t>
            </a:r>
            <a:r>
              <a:rPr lang="ja" sz="800">
                <a:solidFill>
                  <a:srgbClr val="FFFFFF"/>
                </a:solidFill>
                <a:latin typeface="Epilogue SemiBold"/>
                <a:ea typeface="Epilogue SemiBold"/>
                <a:cs typeface="Epilogue SemiBold"/>
                <a:sym typeface="Epilogue SemiBold"/>
              </a:rPr>
              <a:t> agenda</a:t>
            </a:r>
            <a:endParaRPr sz="800">
              <a:solidFill>
                <a:srgbClr val="FFFFFF"/>
              </a:solidFill>
              <a:latin typeface="Epilogue SemiBold"/>
              <a:ea typeface="Epilogue SemiBold"/>
              <a:cs typeface="Epilogue SemiBold"/>
              <a:sym typeface="Epilogue SemiBold"/>
            </a:endParaRPr>
          </a:p>
        </p:txBody>
      </p:sp>
      <p:cxnSp>
        <p:nvCxnSpPr>
          <p:cNvPr id="110" name="Google Shape;110;p16"/>
          <p:cNvCxnSpPr>
            <a:stCxn id="101" idx="3"/>
            <a:endCxn id="108" idx="1"/>
          </p:cNvCxnSpPr>
          <p:nvPr/>
        </p:nvCxnSpPr>
        <p:spPr>
          <a:xfrm>
            <a:off x="4589925" y="2881725"/>
            <a:ext cx="321300" cy="467100"/>
          </a:xfrm>
          <a:prstGeom prst="curvedConnector3">
            <a:avLst>
              <a:gd fmla="val 50016" name="adj1"/>
            </a:avLst>
          </a:prstGeom>
          <a:noFill/>
          <a:ln cap="flat" cmpd="sng" w="9525">
            <a:solidFill>
              <a:schemeClr val="lt1"/>
            </a:solidFill>
            <a:prstDash val="dot"/>
            <a:round/>
            <a:headEnd len="med" w="med" type="none"/>
            <a:tailEnd len="med" w="med" type="triangle"/>
          </a:ln>
        </p:spPr>
      </p:cxnSp>
      <p:cxnSp>
        <p:nvCxnSpPr>
          <p:cNvPr id="111" name="Google Shape;111;p16"/>
          <p:cNvCxnSpPr>
            <a:stCxn id="101" idx="3"/>
            <a:endCxn id="105" idx="1"/>
          </p:cNvCxnSpPr>
          <p:nvPr/>
        </p:nvCxnSpPr>
        <p:spPr>
          <a:xfrm flipH="1" rot="10800000">
            <a:off x="4589925" y="1631925"/>
            <a:ext cx="321300" cy="1249800"/>
          </a:xfrm>
          <a:prstGeom prst="curvedConnector3">
            <a:avLst>
              <a:gd fmla="val 50000" name="adj1"/>
            </a:avLst>
          </a:prstGeom>
          <a:noFill/>
          <a:ln cap="flat" cmpd="sng" w="9525">
            <a:solidFill>
              <a:schemeClr val="lt1"/>
            </a:solidFill>
            <a:prstDash val="dot"/>
            <a:round/>
            <a:headEnd len="med" w="med" type="none"/>
            <a:tailEnd len="med" w="med" type="triangle"/>
          </a:ln>
        </p:spPr>
      </p:cxnSp>
      <p:sp>
        <p:nvSpPr>
          <p:cNvPr id="112" name="Google Shape;112;p16"/>
          <p:cNvSpPr/>
          <p:nvPr/>
        </p:nvSpPr>
        <p:spPr>
          <a:xfrm>
            <a:off x="182400" y="479650"/>
            <a:ext cx="1044000" cy="270000"/>
          </a:xfrm>
          <a:prstGeom prst="roundRect">
            <a:avLst>
              <a:gd fmla="val 1041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solidFill>
                  <a:schemeClr val="dk1"/>
                </a:solidFill>
                <a:latin typeface="Calibri"/>
                <a:ea typeface="Calibri"/>
                <a:cs typeface="Calibri"/>
                <a:sym typeface="Calibri"/>
              </a:rPr>
              <a:t>Guidance</a:t>
            </a:r>
            <a:endParaRPr b="1" sz="1200">
              <a:solidFill>
                <a:schemeClr val="dk1"/>
              </a:solidFill>
              <a:latin typeface="Calibri"/>
              <a:ea typeface="Calibri"/>
              <a:cs typeface="Calibri"/>
              <a:sym typeface="Calibri"/>
            </a:endParaRPr>
          </a:p>
        </p:txBody>
      </p:sp>
      <p:sp>
        <p:nvSpPr>
          <p:cNvPr id="113" name="Google Shape;113;p16"/>
          <p:cNvSpPr txBox="1"/>
          <p:nvPr/>
        </p:nvSpPr>
        <p:spPr>
          <a:xfrm>
            <a:off x="5403325" y="1318925"/>
            <a:ext cx="2747400" cy="138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ja" sz="900">
                <a:solidFill>
                  <a:srgbClr val="666666"/>
                </a:solidFill>
                <a:latin typeface="Noto Sans JP"/>
                <a:ea typeface="Noto Sans JP"/>
                <a:cs typeface="Noto Sans JP"/>
                <a:sym typeface="Noto Sans JP"/>
              </a:rPr>
              <a:t>Contents of face-to-face meeting</a:t>
            </a:r>
            <a:endParaRPr sz="900">
              <a:solidFill>
                <a:srgbClr val="666666"/>
              </a:solidFill>
              <a:latin typeface="Noto Sans JP"/>
              <a:ea typeface="Noto Sans JP"/>
              <a:cs typeface="Noto Sans JP"/>
              <a:sym typeface="Noto Sans JP"/>
            </a:endParaRPr>
          </a:p>
        </p:txBody>
      </p:sp>
      <p:sp>
        <p:nvSpPr>
          <p:cNvPr id="114" name="Google Shape;114;p16"/>
          <p:cNvSpPr txBox="1"/>
          <p:nvPr/>
        </p:nvSpPr>
        <p:spPr>
          <a:xfrm>
            <a:off x="5403325" y="2761600"/>
            <a:ext cx="2747400" cy="138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ja" sz="900">
                <a:solidFill>
                  <a:srgbClr val="666666"/>
                </a:solidFill>
                <a:latin typeface="Noto Sans JP"/>
                <a:ea typeface="Noto Sans JP"/>
                <a:cs typeface="Noto Sans JP"/>
                <a:sym typeface="Noto Sans JP"/>
              </a:rPr>
              <a:t>Contents of Kickoff meeting</a:t>
            </a:r>
            <a:endParaRPr sz="900">
              <a:solidFill>
                <a:srgbClr val="666666"/>
              </a:solidFill>
              <a:latin typeface="Noto Sans JP"/>
              <a:ea typeface="Noto Sans JP"/>
              <a:cs typeface="Noto Sans JP"/>
              <a:sym typeface="Noto Sans JP"/>
            </a:endParaRPr>
          </a:p>
        </p:txBody>
      </p:sp>
      <p:sp>
        <p:nvSpPr>
          <p:cNvPr id="115" name="Google Shape;115;p16"/>
          <p:cNvSpPr txBox="1"/>
          <p:nvPr/>
        </p:nvSpPr>
        <p:spPr>
          <a:xfrm>
            <a:off x="5182525" y="3015650"/>
            <a:ext cx="2970000" cy="1077600"/>
          </a:xfrm>
          <a:prstGeom prst="rect">
            <a:avLst/>
          </a:prstGeom>
          <a:noFill/>
          <a:ln>
            <a:noFill/>
          </a:ln>
        </p:spPr>
        <p:txBody>
          <a:bodyPr anchorCtr="0" anchor="ctr" bIns="0" lIns="0" spcFirstLastPara="1" rIns="0" wrap="square" tIns="0">
            <a:spAutoFit/>
          </a:bodyPr>
          <a:lstStyle/>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Business situation surrounding the project</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Prerequisites and restrictions of Milestone</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Milestone and KPI</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Team structure</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Communication in the team</a:t>
            </a:r>
            <a:endParaRPr b="1" sz="1000">
              <a:solidFill>
                <a:schemeClr val="lt1"/>
              </a:solidFill>
              <a:latin typeface="Noto Sans JP"/>
              <a:ea typeface="Noto Sans JP"/>
              <a:cs typeface="Noto Sans JP"/>
              <a:sym typeface="Noto Sans J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17"/>
          <p:cNvSpPr txBox="1"/>
          <p:nvPr>
            <p:ph type="title"/>
          </p:nvPr>
        </p:nvSpPr>
        <p:spPr>
          <a:xfrm>
            <a:off x="1070250" y="676000"/>
            <a:ext cx="2610300" cy="3078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600"/>
              </a:spcAft>
              <a:buNone/>
            </a:pPr>
            <a:r>
              <a:rPr lang="ja">
                <a:latin typeface="Noto Sans JP"/>
                <a:ea typeface="Noto Sans JP"/>
                <a:cs typeface="Noto Sans JP"/>
                <a:sym typeface="Noto Sans JP"/>
              </a:rPr>
              <a:t>Meet and Greet</a:t>
            </a:r>
            <a:endParaRPr>
              <a:latin typeface="Noto Sans JP"/>
              <a:ea typeface="Noto Sans JP"/>
              <a:cs typeface="Noto Sans JP"/>
              <a:sym typeface="Noto Sans JP"/>
            </a:endParaRPr>
          </a:p>
        </p:txBody>
      </p:sp>
      <p:sp>
        <p:nvSpPr>
          <p:cNvPr id="121" name="Google Shape;121;p17"/>
          <p:cNvSpPr txBox="1"/>
          <p:nvPr>
            <p:ph idx="2" type="subTitle"/>
          </p:nvPr>
        </p:nvSpPr>
        <p:spPr>
          <a:xfrm flipH="1">
            <a:off x="1084775" y="1051195"/>
            <a:ext cx="2610300" cy="215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ja">
                <a:latin typeface="Noto Sans JP"/>
                <a:ea typeface="Noto Sans JP"/>
                <a:cs typeface="Noto Sans JP"/>
                <a:sym typeface="Noto Sans JP"/>
              </a:rPr>
              <a:t>AGENDA</a:t>
            </a:r>
            <a:endParaRPr>
              <a:latin typeface="Noto Sans JP"/>
              <a:ea typeface="Noto Sans JP"/>
              <a:cs typeface="Noto Sans JP"/>
              <a:sym typeface="Noto Sans JP"/>
            </a:endParaRPr>
          </a:p>
        </p:txBody>
      </p:sp>
      <p:sp>
        <p:nvSpPr>
          <p:cNvPr id="122" name="Google Shape;122;p17"/>
          <p:cNvSpPr txBox="1"/>
          <p:nvPr>
            <p:ph idx="1" type="body"/>
          </p:nvPr>
        </p:nvSpPr>
        <p:spPr>
          <a:xfrm>
            <a:off x="4461150" y="675990"/>
            <a:ext cx="4383000" cy="1511400"/>
          </a:xfrm>
          <a:prstGeom prst="rect">
            <a:avLst/>
          </a:prstGeom>
        </p:spPr>
        <p:txBody>
          <a:bodyPr anchorCtr="0" anchor="t" bIns="0" lIns="0" spcFirstLastPara="1" rIns="0" wrap="square" tIns="0">
            <a:spAutoFit/>
          </a:bodyPr>
          <a:lstStyle/>
          <a:p>
            <a:pPr indent="-304800" lvl="0" marL="457200" rtl="0" algn="l">
              <a:spcBef>
                <a:spcPts val="0"/>
              </a:spcBef>
              <a:spcAft>
                <a:spcPts val="0"/>
              </a:spcAft>
              <a:buSzPts val="1200"/>
              <a:buChar char="●"/>
            </a:pPr>
            <a:r>
              <a:rPr lang="ja"/>
              <a:t>M</a:t>
            </a:r>
            <a:r>
              <a:rPr lang="ja"/>
              <a:t>embers introduction｜</a:t>
            </a:r>
            <a:r>
              <a:rPr b="0" lang="ja"/>
              <a:t>Sun Asterisk</a:t>
            </a:r>
            <a:endParaRPr/>
          </a:p>
          <a:p>
            <a:pPr indent="-304800" lvl="0" marL="457200" rtl="0" algn="l">
              <a:spcBef>
                <a:spcPts val="1000"/>
              </a:spcBef>
              <a:spcAft>
                <a:spcPts val="0"/>
              </a:spcAft>
              <a:buSzPts val="1200"/>
              <a:buChar char="●"/>
            </a:pPr>
            <a:r>
              <a:rPr lang="ja"/>
              <a:t>Members introduction｜</a:t>
            </a:r>
            <a:r>
              <a:rPr b="0" lang="ja"/>
              <a:t> {Client Company}</a:t>
            </a:r>
            <a:endParaRPr b="0"/>
          </a:p>
          <a:p>
            <a:pPr indent="-304800" lvl="0" marL="457200" rtl="0" algn="l">
              <a:spcBef>
                <a:spcPts val="1000"/>
              </a:spcBef>
              <a:spcAft>
                <a:spcPts val="0"/>
              </a:spcAft>
              <a:buSzPts val="1200"/>
              <a:buChar char="●"/>
            </a:pPr>
            <a:r>
              <a:rPr lang="ja"/>
              <a:t>Business situation surrounding the project</a:t>
            </a:r>
            <a:endParaRPr/>
          </a:p>
          <a:p>
            <a:pPr indent="-304800" lvl="0" marL="457200" rtl="0" algn="l">
              <a:spcBef>
                <a:spcPts val="1000"/>
              </a:spcBef>
              <a:spcAft>
                <a:spcPts val="1000"/>
              </a:spcAft>
              <a:buSzPts val="1200"/>
              <a:buChar char="●"/>
            </a:pPr>
            <a:r>
              <a:rPr lang="ja"/>
              <a:t>The project’s accomplishes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18"/>
          <p:cNvSpPr txBox="1"/>
          <p:nvPr>
            <p:ph type="title"/>
          </p:nvPr>
        </p:nvSpPr>
        <p:spPr>
          <a:xfrm>
            <a:off x="1070250" y="676000"/>
            <a:ext cx="2610300" cy="30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ja">
                <a:latin typeface="Noto Sans JP"/>
                <a:ea typeface="Noto Sans JP"/>
                <a:cs typeface="Noto Sans JP"/>
                <a:sym typeface="Noto Sans JP"/>
              </a:rPr>
              <a:t>Project Kic</a:t>
            </a:r>
            <a:r>
              <a:rPr lang="ja">
                <a:latin typeface="Noto Sans JP"/>
                <a:ea typeface="Noto Sans JP"/>
                <a:cs typeface="Noto Sans JP"/>
                <a:sym typeface="Noto Sans JP"/>
              </a:rPr>
              <a:t>k</a:t>
            </a:r>
            <a:r>
              <a:rPr lang="ja">
                <a:latin typeface="Noto Sans JP"/>
                <a:ea typeface="Noto Sans JP"/>
                <a:cs typeface="Noto Sans JP"/>
                <a:sym typeface="Noto Sans JP"/>
              </a:rPr>
              <a:t>off</a:t>
            </a:r>
            <a:endParaRPr>
              <a:latin typeface="Noto Sans JP"/>
              <a:ea typeface="Noto Sans JP"/>
              <a:cs typeface="Noto Sans JP"/>
              <a:sym typeface="Noto Sans JP"/>
            </a:endParaRPr>
          </a:p>
        </p:txBody>
      </p:sp>
      <p:sp>
        <p:nvSpPr>
          <p:cNvPr id="128" name="Google Shape;128;p18"/>
          <p:cNvSpPr txBox="1"/>
          <p:nvPr>
            <p:ph idx="1" type="body"/>
          </p:nvPr>
        </p:nvSpPr>
        <p:spPr>
          <a:xfrm>
            <a:off x="4461150" y="675990"/>
            <a:ext cx="4383000" cy="3952800"/>
          </a:xfrm>
          <a:prstGeom prst="rect">
            <a:avLst/>
          </a:prstGeom>
        </p:spPr>
        <p:txBody>
          <a:bodyPr anchorCtr="0" anchor="t" bIns="0" lIns="0" spcFirstLastPara="1" rIns="0" wrap="square" tIns="0">
            <a:spAutoFit/>
          </a:bodyPr>
          <a:lstStyle/>
          <a:p>
            <a:pPr indent="-304800" lvl="0" marL="457200" rtl="0" algn="l">
              <a:lnSpc>
                <a:spcPct val="170000"/>
              </a:lnSpc>
              <a:spcBef>
                <a:spcPts val="0"/>
              </a:spcBef>
              <a:spcAft>
                <a:spcPts val="0"/>
              </a:spcAft>
              <a:buSzPts val="1200"/>
              <a:buChar char="●"/>
            </a:pPr>
            <a:r>
              <a:rPr lang="ja"/>
              <a:t>Project KPI</a:t>
            </a:r>
            <a:endParaRPr/>
          </a:p>
          <a:p>
            <a:pPr indent="-304800" lvl="0" marL="457200" rtl="0" algn="l">
              <a:lnSpc>
                <a:spcPct val="170000"/>
              </a:lnSpc>
              <a:spcBef>
                <a:spcPts val="0"/>
              </a:spcBef>
              <a:spcAft>
                <a:spcPts val="0"/>
              </a:spcAft>
              <a:buSzPts val="1200"/>
              <a:buChar char="●"/>
            </a:pPr>
            <a:r>
              <a:rPr lang="ja"/>
              <a:t>Prerequisites and restrictions of Milestone</a:t>
            </a:r>
            <a:endParaRPr/>
          </a:p>
          <a:p>
            <a:pPr indent="-304800" lvl="0" marL="457200" rtl="0" algn="l">
              <a:lnSpc>
                <a:spcPct val="170000"/>
              </a:lnSpc>
              <a:spcBef>
                <a:spcPts val="0"/>
              </a:spcBef>
              <a:spcAft>
                <a:spcPts val="0"/>
              </a:spcAft>
              <a:buSzPts val="1200"/>
              <a:buChar char="●"/>
            </a:pPr>
            <a:r>
              <a:rPr lang="ja"/>
              <a:t>Milestone and KPI</a:t>
            </a:r>
            <a:endParaRPr/>
          </a:p>
          <a:p>
            <a:pPr indent="-304800" lvl="0" marL="457200" rtl="0" algn="l">
              <a:lnSpc>
                <a:spcPct val="170000"/>
              </a:lnSpc>
              <a:spcBef>
                <a:spcPts val="0"/>
              </a:spcBef>
              <a:spcAft>
                <a:spcPts val="0"/>
              </a:spcAft>
              <a:buSzPts val="1200"/>
              <a:buChar char="●"/>
            </a:pPr>
            <a:r>
              <a:rPr lang="ja"/>
              <a:t>Team structure</a:t>
            </a:r>
            <a:endParaRPr/>
          </a:p>
          <a:p>
            <a:pPr indent="-304800" lvl="0" marL="457200" rtl="0" algn="l">
              <a:lnSpc>
                <a:spcPct val="170000"/>
              </a:lnSpc>
              <a:spcBef>
                <a:spcPts val="0"/>
              </a:spcBef>
              <a:spcAft>
                <a:spcPts val="0"/>
              </a:spcAft>
              <a:buSzPts val="1200"/>
              <a:buChar char="●"/>
            </a:pPr>
            <a:r>
              <a:rPr lang="ja"/>
              <a:t>Development process</a:t>
            </a:r>
            <a:endParaRPr/>
          </a:p>
          <a:p>
            <a:pPr indent="-304800" lvl="0" marL="457200" rtl="0" algn="l">
              <a:lnSpc>
                <a:spcPct val="170000"/>
              </a:lnSpc>
              <a:spcBef>
                <a:spcPts val="0"/>
              </a:spcBef>
              <a:spcAft>
                <a:spcPts val="0"/>
              </a:spcAft>
              <a:buSzPts val="1200"/>
              <a:buChar char="●"/>
            </a:pPr>
            <a:r>
              <a:rPr lang="ja"/>
              <a:t>Process approach and person responsible for implementation</a:t>
            </a:r>
            <a:endParaRPr/>
          </a:p>
          <a:p>
            <a:pPr indent="-304800" lvl="0" marL="457200" rtl="0" algn="l">
              <a:lnSpc>
                <a:spcPct val="170000"/>
              </a:lnSpc>
              <a:spcBef>
                <a:spcPts val="0"/>
              </a:spcBef>
              <a:spcAft>
                <a:spcPts val="0"/>
              </a:spcAft>
              <a:buSzPts val="1200"/>
              <a:buChar char="●"/>
            </a:pPr>
            <a:r>
              <a:rPr lang="ja"/>
              <a:t>Communication in the team</a:t>
            </a:r>
            <a:endParaRPr/>
          </a:p>
          <a:p>
            <a:pPr indent="-304800" lvl="0" marL="457200" rtl="0" algn="l">
              <a:lnSpc>
                <a:spcPct val="170000"/>
              </a:lnSpc>
              <a:spcBef>
                <a:spcPts val="0"/>
              </a:spcBef>
              <a:spcAft>
                <a:spcPts val="0"/>
              </a:spcAft>
              <a:buSzPts val="1200"/>
              <a:buChar char="●"/>
            </a:pPr>
            <a:r>
              <a:rPr lang="ja"/>
              <a:t>Project acceptance requirements</a:t>
            </a:r>
            <a:endParaRPr/>
          </a:p>
          <a:p>
            <a:pPr indent="-304800" lvl="0" marL="457200" rtl="0" algn="l">
              <a:lnSpc>
                <a:spcPct val="170000"/>
              </a:lnSpc>
              <a:spcBef>
                <a:spcPts val="0"/>
              </a:spcBef>
              <a:spcAft>
                <a:spcPts val="0"/>
              </a:spcAft>
              <a:buSzPts val="1200"/>
              <a:buChar char="●"/>
            </a:pPr>
            <a:r>
              <a:rPr lang="ja"/>
              <a:t>Trade-off slider</a:t>
            </a:r>
            <a:endParaRPr/>
          </a:p>
          <a:p>
            <a:pPr indent="-304800" lvl="0" marL="457200" rtl="0" algn="l">
              <a:lnSpc>
                <a:spcPct val="170000"/>
              </a:lnSpc>
              <a:spcBef>
                <a:spcPts val="0"/>
              </a:spcBef>
              <a:spcAft>
                <a:spcPts val="0"/>
              </a:spcAft>
              <a:buSzPts val="1200"/>
              <a:buChar char="●"/>
            </a:pPr>
            <a:r>
              <a:rPr lang="ja"/>
              <a:t>Not To Do List</a:t>
            </a:r>
            <a:endParaRPr/>
          </a:p>
          <a:p>
            <a:pPr indent="-304800" lvl="0" marL="457200" rtl="0" algn="l">
              <a:lnSpc>
                <a:spcPct val="170000"/>
              </a:lnSpc>
              <a:spcBef>
                <a:spcPts val="0"/>
              </a:spcBef>
              <a:spcAft>
                <a:spcPts val="0"/>
              </a:spcAft>
              <a:buSzPts val="1200"/>
              <a:buChar char="●"/>
            </a:pPr>
            <a:r>
              <a:rPr lang="ja"/>
              <a:t>System configuration</a:t>
            </a:r>
            <a:endParaRPr/>
          </a:p>
          <a:p>
            <a:pPr indent="-304800" lvl="0" marL="457200" rtl="0" algn="l">
              <a:lnSpc>
                <a:spcPct val="170000"/>
              </a:lnSpc>
              <a:spcBef>
                <a:spcPts val="0"/>
              </a:spcBef>
              <a:spcAft>
                <a:spcPts val="0"/>
              </a:spcAft>
              <a:buSzPts val="1200"/>
              <a:buChar char="●"/>
            </a:pPr>
            <a:r>
              <a:rPr lang="ja"/>
              <a:t>Used technologies</a:t>
            </a:r>
            <a:endParaRPr/>
          </a:p>
        </p:txBody>
      </p:sp>
      <p:sp>
        <p:nvSpPr>
          <p:cNvPr id="129" name="Google Shape;129;p18"/>
          <p:cNvSpPr txBox="1"/>
          <p:nvPr>
            <p:ph idx="2" type="subTitle"/>
          </p:nvPr>
        </p:nvSpPr>
        <p:spPr>
          <a:xfrm flipH="1">
            <a:off x="1084775" y="1051195"/>
            <a:ext cx="2610300" cy="215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ja">
                <a:latin typeface="Noto Sans JP"/>
                <a:ea typeface="Noto Sans JP"/>
                <a:cs typeface="Noto Sans JP"/>
                <a:sym typeface="Noto Sans JP"/>
              </a:rPr>
              <a:t>AGENDA</a:t>
            </a:r>
            <a:endParaRPr>
              <a:latin typeface="Noto Sans JP"/>
              <a:ea typeface="Noto Sans JP"/>
              <a:cs typeface="Noto Sans JP"/>
              <a:sym typeface="Noto Sans J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1188000" y="1800000"/>
            <a:ext cx="8520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a:t>Member Introduction</a:t>
            </a:r>
            <a:endParaRPr/>
          </a:p>
        </p:txBody>
      </p:sp>
      <p:sp>
        <p:nvSpPr>
          <p:cNvPr id="135" name="Google Shape;135;p19"/>
          <p:cNvSpPr txBox="1"/>
          <p:nvPr/>
        </p:nvSpPr>
        <p:spPr>
          <a:xfrm>
            <a:off x="1188000" y="2429238"/>
            <a:ext cx="1527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600">
                <a:solidFill>
                  <a:schemeClr val="lt1"/>
                </a:solidFill>
                <a:latin typeface="Noto Sans JP"/>
                <a:ea typeface="Noto Sans JP"/>
                <a:cs typeface="Noto Sans JP"/>
                <a:sym typeface="Noto Sans JP"/>
              </a:rPr>
              <a:t>Sun Asterisk</a:t>
            </a:r>
            <a:endParaRPr sz="16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9" name="Shape 139"/>
        <p:cNvGrpSpPr/>
        <p:nvPr/>
      </p:nvGrpSpPr>
      <p:grpSpPr>
        <a:xfrm>
          <a:off x="0" y="0"/>
          <a:ext cx="0" cy="0"/>
          <a:chOff x="0" y="0"/>
          <a:chExt cx="0" cy="0"/>
        </a:xfrm>
      </p:grpSpPr>
      <p:sp>
        <p:nvSpPr>
          <p:cNvPr id="140" name="Google Shape;140;p20"/>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Member Introduction</a:t>
            </a:r>
            <a:endParaRPr b="1"/>
          </a:p>
        </p:txBody>
      </p:sp>
      <p:sp>
        <p:nvSpPr>
          <p:cNvPr id="141" name="Google Shape;141;p20"/>
          <p:cNvSpPr/>
          <p:nvPr/>
        </p:nvSpPr>
        <p:spPr>
          <a:xfrm>
            <a:off x="450000" y="904172"/>
            <a:ext cx="2554500" cy="37662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txBox="1"/>
          <p:nvPr/>
        </p:nvSpPr>
        <p:spPr>
          <a:xfrm>
            <a:off x="657150" y="2697010"/>
            <a:ext cx="2196300" cy="3246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a:solidFill>
                  <a:srgbClr val="333333"/>
                </a:solidFill>
                <a:latin typeface="Zen Kaku Gothic New"/>
                <a:ea typeface="Zen Kaku Gothic New"/>
                <a:cs typeface="Zen Kaku Gothic New"/>
                <a:sym typeface="Zen Kaku Gothic New"/>
              </a:rPr>
              <a:t>レ・クアン・ヒエウ</a:t>
            </a:r>
            <a:r>
              <a:rPr lang="ja">
                <a:solidFill>
                  <a:schemeClr val="dk1"/>
                </a:solidFill>
                <a:highlight>
                  <a:srgbClr val="FFFFFF"/>
                </a:highlight>
                <a:latin typeface="Zen Kaku Gothic New"/>
                <a:ea typeface="Zen Kaku Gothic New"/>
                <a:cs typeface="Zen Kaku Gothic New"/>
                <a:sym typeface="Zen Kaku Gothic New"/>
              </a:rPr>
              <a:t> </a:t>
            </a:r>
            <a:endParaRPr b="1">
              <a:solidFill>
                <a:srgbClr val="333333"/>
              </a:solidFill>
              <a:latin typeface="Zen Kaku Gothic New"/>
              <a:ea typeface="Zen Kaku Gothic New"/>
              <a:cs typeface="Zen Kaku Gothic New"/>
              <a:sym typeface="Zen Kaku Gothic New"/>
            </a:endParaRPr>
          </a:p>
        </p:txBody>
      </p:sp>
      <p:sp>
        <p:nvSpPr>
          <p:cNvPr id="143" name="Google Shape;143;p20"/>
          <p:cNvSpPr txBox="1"/>
          <p:nvPr/>
        </p:nvSpPr>
        <p:spPr>
          <a:xfrm>
            <a:off x="657150" y="2986397"/>
            <a:ext cx="1725300" cy="1902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1000">
                <a:solidFill>
                  <a:srgbClr val="A3A9AC"/>
                </a:solidFill>
                <a:latin typeface="Zen Kaku Gothic New"/>
                <a:ea typeface="Zen Kaku Gothic New"/>
                <a:cs typeface="Zen Kaku Gothic New"/>
                <a:sym typeface="Zen Kaku Gothic New"/>
              </a:rPr>
              <a:t>Le Quang Hieu </a:t>
            </a:r>
            <a:endParaRPr b="1" sz="1000">
              <a:solidFill>
                <a:srgbClr val="A3A9AC"/>
              </a:solidFill>
              <a:latin typeface="Zen Kaku Gothic New"/>
              <a:ea typeface="Zen Kaku Gothic New"/>
              <a:cs typeface="Zen Kaku Gothic New"/>
              <a:sym typeface="Zen Kaku Gothic New"/>
            </a:endParaRPr>
          </a:p>
        </p:txBody>
      </p:sp>
      <p:sp>
        <p:nvSpPr>
          <p:cNvPr id="144" name="Google Shape;144;p20"/>
          <p:cNvSpPr txBox="1"/>
          <p:nvPr/>
        </p:nvSpPr>
        <p:spPr>
          <a:xfrm>
            <a:off x="657150" y="2520771"/>
            <a:ext cx="17253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434343"/>
                </a:solidFill>
                <a:latin typeface="Zen Kaku Gothic New"/>
                <a:ea typeface="Zen Kaku Gothic New"/>
                <a:cs typeface="Zen Kaku Gothic New"/>
                <a:sym typeface="Zen Kaku Gothic New"/>
              </a:rPr>
              <a:t>Web Designer</a:t>
            </a:r>
            <a:endParaRPr b="1" sz="900">
              <a:solidFill>
                <a:srgbClr val="434343"/>
              </a:solidFill>
              <a:latin typeface="Zen Kaku Gothic New"/>
              <a:ea typeface="Zen Kaku Gothic New"/>
              <a:cs typeface="Zen Kaku Gothic New"/>
              <a:sym typeface="Zen Kaku Gothic New"/>
            </a:endParaRPr>
          </a:p>
        </p:txBody>
      </p:sp>
      <p:sp>
        <p:nvSpPr>
          <p:cNvPr id="145" name="Google Shape;145;p20"/>
          <p:cNvSpPr txBox="1"/>
          <p:nvPr/>
        </p:nvSpPr>
        <p:spPr>
          <a:xfrm>
            <a:off x="657150" y="3798422"/>
            <a:ext cx="2140200" cy="8067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I’ve worked in the insurance industry for 5 years. I’m so glad to support this project.</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Clr>
                <a:schemeClr val="dk1"/>
              </a:buClr>
              <a:buSzPts val="1100"/>
              <a:buFont typeface="Arial"/>
              <a:buNone/>
            </a:pPr>
            <a:r>
              <a:rPr lang="ja" sz="800">
                <a:solidFill>
                  <a:srgbClr val="4D4D4D"/>
                </a:solidFill>
                <a:latin typeface="Noto Sans JP"/>
                <a:ea typeface="Noto Sans JP"/>
                <a:cs typeface="Noto Sans JP"/>
                <a:sym typeface="Noto Sans JP"/>
              </a:rPr>
              <a:t>I’m eager to collaborate with the team and help lead the project to success.</a:t>
            </a:r>
            <a:endParaRPr sz="800">
              <a:solidFill>
                <a:srgbClr val="4D4D4D"/>
              </a:solidFill>
              <a:latin typeface="Noto Sans JP"/>
              <a:ea typeface="Noto Sans JP"/>
              <a:cs typeface="Noto Sans JP"/>
              <a:sym typeface="Noto Sans JP"/>
            </a:endParaRPr>
          </a:p>
        </p:txBody>
      </p:sp>
      <p:pic>
        <p:nvPicPr>
          <p:cNvPr id="146" name="Google Shape;146;p20"/>
          <p:cNvPicPr preferRelativeResize="0"/>
          <p:nvPr/>
        </p:nvPicPr>
        <p:blipFill rotWithShape="1">
          <a:blip r:embed="rId3">
            <a:alphaModFix/>
          </a:blip>
          <a:srcRect b="8747" l="0" r="0" t="8738"/>
          <a:stretch/>
        </p:blipFill>
        <p:spPr>
          <a:xfrm>
            <a:off x="657150" y="1077872"/>
            <a:ext cx="2140200" cy="1324500"/>
          </a:xfrm>
          <a:prstGeom prst="roundRect">
            <a:avLst>
              <a:gd fmla="val 4525" name="adj"/>
            </a:avLst>
          </a:prstGeom>
          <a:noFill/>
          <a:ln>
            <a:noFill/>
          </a:ln>
        </p:spPr>
      </p:pic>
      <p:sp>
        <p:nvSpPr>
          <p:cNvPr id="147" name="Google Shape;147;p20"/>
          <p:cNvSpPr/>
          <p:nvPr/>
        </p:nvSpPr>
        <p:spPr>
          <a:xfrm>
            <a:off x="7650000" y="400875"/>
            <a:ext cx="1044000" cy="2700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Sun Asterisk</a:t>
            </a:r>
            <a:endParaRPr b="1" sz="1100">
              <a:solidFill>
                <a:srgbClr val="FFFFFF"/>
              </a:solidFill>
              <a:latin typeface="Zen Kaku Gothic New"/>
              <a:ea typeface="Zen Kaku Gothic New"/>
              <a:cs typeface="Zen Kaku Gothic New"/>
              <a:sym typeface="Zen Kaku Gothic New"/>
            </a:endParaRPr>
          </a:p>
        </p:txBody>
      </p:sp>
      <p:sp>
        <p:nvSpPr>
          <p:cNvPr id="148" name="Google Shape;148;p20"/>
          <p:cNvSpPr/>
          <p:nvPr/>
        </p:nvSpPr>
        <p:spPr>
          <a:xfrm>
            <a:off x="657150"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Ruby</a:t>
            </a:r>
            <a:endParaRPr b="1" sz="800">
              <a:solidFill>
                <a:srgbClr val="434343"/>
              </a:solidFill>
              <a:latin typeface="Zen Kaku Gothic New"/>
              <a:ea typeface="Zen Kaku Gothic New"/>
              <a:cs typeface="Zen Kaku Gothic New"/>
              <a:sym typeface="Zen Kaku Gothic New"/>
            </a:endParaRPr>
          </a:p>
        </p:txBody>
      </p:sp>
      <p:sp>
        <p:nvSpPr>
          <p:cNvPr id="149" name="Google Shape;149;p20"/>
          <p:cNvSpPr/>
          <p:nvPr/>
        </p:nvSpPr>
        <p:spPr>
          <a:xfrm>
            <a:off x="1753359"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Andorid</a:t>
            </a:r>
            <a:endParaRPr b="1" sz="800">
              <a:solidFill>
                <a:srgbClr val="434343"/>
              </a:solidFill>
              <a:latin typeface="Zen Kaku Gothic New"/>
              <a:ea typeface="Zen Kaku Gothic New"/>
              <a:cs typeface="Zen Kaku Gothic New"/>
              <a:sym typeface="Zen Kaku Gothic New"/>
            </a:endParaRPr>
          </a:p>
        </p:txBody>
      </p:sp>
      <p:sp>
        <p:nvSpPr>
          <p:cNvPr id="150" name="Google Shape;150;p20"/>
          <p:cNvSpPr/>
          <p:nvPr/>
        </p:nvSpPr>
        <p:spPr>
          <a:xfrm>
            <a:off x="65715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AWS</a:t>
            </a:r>
            <a:endParaRPr b="1" sz="800">
              <a:solidFill>
                <a:srgbClr val="434343"/>
              </a:solidFill>
              <a:latin typeface="Zen Kaku Gothic New"/>
              <a:ea typeface="Zen Kaku Gothic New"/>
              <a:cs typeface="Zen Kaku Gothic New"/>
              <a:sym typeface="Zen Kaku Gothic New"/>
            </a:endParaRPr>
          </a:p>
        </p:txBody>
      </p:sp>
      <p:sp>
        <p:nvSpPr>
          <p:cNvPr id="151" name="Google Shape;151;p20"/>
          <p:cNvSpPr/>
          <p:nvPr/>
        </p:nvSpPr>
        <p:spPr>
          <a:xfrm>
            <a:off x="175335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Release Operation</a:t>
            </a:r>
            <a:endParaRPr b="1" sz="800">
              <a:solidFill>
                <a:srgbClr val="434343"/>
              </a:solidFill>
              <a:latin typeface="Zen Kaku Gothic New"/>
              <a:ea typeface="Zen Kaku Gothic New"/>
              <a:cs typeface="Zen Kaku Gothic New"/>
              <a:sym typeface="Zen Kaku Gothic New"/>
            </a:endParaRPr>
          </a:p>
        </p:txBody>
      </p:sp>
      <p:sp>
        <p:nvSpPr>
          <p:cNvPr id="152" name="Google Shape;152;p20"/>
          <p:cNvSpPr txBox="1"/>
          <p:nvPr>
            <p:ph idx="1" type="subTitle"/>
          </p:nvPr>
        </p:nvSpPr>
        <p:spPr>
          <a:xfrm>
            <a:off x="194921" y="98646"/>
            <a:ext cx="8280000" cy="232200"/>
          </a:xfrm>
          <a:prstGeom prst="rect">
            <a:avLst/>
          </a:prstGeom>
          <a:ln>
            <a:noFill/>
          </a:ln>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Members introduction</a:t>
            </a:r>
            <a:endParaRPr>
              <a:solidFill>
                <a:schemeClr val="accent1"/>
              </a:solidFill>
            </a:endParaRPr>
          </a:p>
        </p:txBody>
      </p:sp>
      <p:sp>
        <p:nvSpPr>
          <p:cNvPr id="153" name="Google Shape;153;p20"/>
          <p:cNvSpPr/>
          <p:nvPr/>
        </p:nvSpPr>
        <p:spPr>
          <a:xfrm>
            <a:off x="3294750" y="904172"/>
            <a:ext cx="2554500" cy="37662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0"/>
          <p:cNvSpPr txBox="1"/>
          <p:nvPr/>
        </p:nvSpPr>
        <p:spPr>
          <a:xfrm>
            <a:off x="3501900" y="2697010"/>
            <a:ext cx="2196300" cy="3246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a:solidFill>
                  <a:srgbClr val="333333"/>
                </a:solidFill>
                <a:latin typeface="Zen Kaku Gothic New"/>
                <a:ea typeface="Zen Kaku Gothic New"/>
                <a:cs typeface="Zen Kaku Gothic New"/>
                <a:sym typeface="Zen Kaku Gothic New"/>
              </a:rPr>
              <a:t>小野島 一帆</a:t>
            </a:r>
            <a:endParaRPr b="1">
              <a:solidFill>
                <a:srgbClr val="333333"/>
              </a:solidFill>
              <a:latin typeface="Zen Kaku Gothic New"/>
              <a:ea typeface="Zen Kaku Gothic New"/>
              <a:cs typeface="Zen Kaku Gothic New"/>
              <a:sym typeface="Zen Kaku Gothic New"/>
            </a:endParaRPr>
          </a:p>
        </p:txBody>
      </p:sp>
      <p:sp>
        <p:nvSpPr>
          <p:cNvPr id="155" name="Google Shape;155;p20"/>
          <p:cNvSpPr txBox="1"/>
          <p:nvPr/>
        </p:nvSpPr>
        <p:spPr>
          <a:xfrm>
            <a:off x="3501900" y="2986397"/>
            <a:ext cx="1725300" cy="1902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1000">
                <a:solidFill>
                  <a:srgbClr val="A3A9AC"/>
                </a:solidFill>
                <a:latin typeface="Zen Kaku Gothic New"/>
                <a:ea typeface="Zen Kaku Gothic New"/>
                <a:cs typeface="Zen Kaku Gothic New"/>
                <a:sym typeface="Zen Kaku Gothic New"/>
              </a:rPr>
              <a:t>Onojima Kazuho</a:t>
            </a:r>
            <a:endParaRPr b="1" sz="1000">
              <a:solidFill>
                <a:srgbClr val="A3A9AC"/>
              </a:solidFill>
              <a:latin typeface="Zen Kaku Gothic New"/>
              <a:ea typeface="Zen Kaku Gothic New"/>
              <a:cs typeface="Zen Kaku Gothic New"/>
              <a:sym typeface="Zen Kaku Gothic New"/>
            </a:endParaRPr>
          </a:p>
        </p:txBody>
      </p:sp>
      <p:sp>
        <p:nvSpPr>
          <p:cNvPr id="156" name="Google Shape;156;p20"/>
          <p:cNvSpPr txBox="1"/>
          <p:nvPr/>
        </p:nvSpPr>
        <p:spPr>
          <a:xfrm>
            <a:off x="3501900" y="2520771"/>
            <a:ext cx="17253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434343"/>
                </a:solidFill>
                <a:latin typeface="Zen Kaku Gothic New"/>
                <a:ea typeface="Zen Kaku Gothic New"/>
                <a:cs typeface="Zen Kaku Gothic New"/>
                <a:sym typeface="Zen Kaku Gothic New"/>
              </a:rPr>
              <a:t>Project Manager / PMO</a:t>
            </a:r>
            <a:endParaRPr b="1" sz="900">
              <a:solidFill>
                <a:srgbClr val="434343"/>
              </a:solidFill>
              <a:latin typeface="Zen Kaku Gothic New"/>
              <a:ea typeface="Zen Kaku Gothic New"/>
              <a:cs typeface="Zen Kaku Gothic New"/>
              <a:sym typeface="Zen Kaku Gothic New"/>
            </a:endParaRPr>
          </a:p>
        </p:txBody>
      </p:sp>
      <p:pic>
        <p:nvPicPr>
          <p:cNvPr id="157" name="Google Shape;157;p20"/>
          <p:cNvPicPr preferRelativeResize="0"/>
          <p:nvPr/>
        </p:nvPicPr>
        <p:blipFill rotWithShape="1">
          <a:blip r:embed="rId3">
            <a:alphaModFix/>
          </a:blip>
          <a:srcRect b="8747" l="0" r="0" t="8738"/>
          <a:stretch/>
        </p:blipFill>
        <p:spPr>
          <a:xfrm>
            <a:off x="3501900" y="1077872"/>
            <a:ext cx="2140200" cy="1324500"/>
          </a:xfrm>
          <a:prstGeom prst="roundRect">
            <a:avLst>
              <a:gd fmla="val 4525" name="adj"/>
            </a:avLst>
          </a:prstGeom>
          <a:noFill/>
          <a:ln>
            <a:noFill/>
          </a:ln>
        </p:spPr>
      </p:pic>
      <p:sp>
        <p:nvSpPr>
          <p:cNvPr id="158" name="Google Shape;158;p20"/>
          <p:cNvSpPr/>
          <p:nvPr/>
        </p:nvSpPr>
        <p:spPr>
          <a:xfrm>
            <a:off x="3501900"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Scrum</a:t>
            </a:r>
            <a:endParaRPr b="1" sz="800">
              <a:solidFill>
                <a:srgbClr val="434343"/>
              </a:solidFill>
              <a:latin typeface="Zen Kaku Gothic New"/>
              <a:ea typeface="Zen Kaku Gothic New"/>
              <a:cs typeface="Zen Kaku Gothic New"/>
              <a:sym typeface="Zen Kaku Gothic New"/>
            </a:endParaRPr>
          </a:p>
        </p:txBody>
      </p:sp>
      <p:sp>
        <p:nvSpPr>
          <p:cNvPr id="159" name="Google Shape;159;p20"/>
          <p:cNvSpPr/>
          <p:nvPr/>
        </p:nvSpPr>
        <p:spPr>
          <a:xfrm>
            <a:off x="4598109"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システムデザイン</a:t>
            </a:r>
            <a:endParaRPr b="1" sz="800">
              <a:solidFill>
                <a:srgbClr val="434343"/>
              </a:solidFill>
              <a:latin typeface="Zen Kaku Gothic New"/>
              <a:ea typeface="Zen Kaku Gothic New"/>
              <a:cs typeface="Zen Kaku Gothic New"/>
              <a:sym typeface="Zen Kaku Gothic New"/>
            </a:endParaRPr>
          </a:p>
        </p:txBody>
      </p:sp>
      <p:sp>
        <p:nvSpPr>
          <p:cNvPr id="160" name="Google Shape;160;p20"/>
          <p:cNvSpPr/>
          <p:nvPr/>
        </p:nvSpPr>
        <p:spPr>
          <a:xfrm>
            <a:off x="350190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ユーザフロー設計</a:t>
            </a:r>
            <a:endParaRPr b="1" sz="800">
              <a:solidFill>
                <a:srgbClr val="434343"/>
              </a:solidFill>
              <a:latin typeface="Zen Kaku Gothic New"/>
              <a:ea typeface="Zen Kaku Gothic New"/>
              <a:cs typeface="Zen Kaku Gothic New"/>
              <a:sym typeface="Zen Kaku Gothic New"/>
            </a:endParaRPr>
          </a:p>
        </p:txBody>
      </p:sp>
      <p:sp>
        <p:nvSpPr>
          <p:cNvPr id="161" name="Google Shape;161;p20"/>
          <p:cNvSpPr/>
          <p:nvPr/>
        </p:nvSpPr>
        <p:spPr>
          <a:xfrm>
            <a:off x="6139500" y="904172"/>
            <a:ext cx="2554500" cy="37662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txBox="1"/>
          <p:nvPr/>
        </p:nvSpPr>
        <p:spPr>
          <a:xfrm>
            <a:off x="6346650" y="2697010"/>
            <a:ext cx="2196300" cy="3246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a:solidFill>
                  <a:srgbClr val="333333"/>
                </a:solidFill>
                <a:latin typeface="Zen Kaku Gothic New"/>
                <a:ea typeface="Zen Kaku Gothic New"/>
                <a:cs typeface="Zen Kaku Gothic New"/>
                <a:sym typeface="Zen Kaku Gothic New"/>
              </a:rPr>
              <a:t>jp_name</a:t>
            </a:r>
            <a:endParaRPr b="1">
              <a:solidFill>
                <a:srgbClr val="333333"/>
              </a:solidFill>
              <a:latin typeface="Zen Kaku Gothic New"/>
              <a:ea typeface="Zen Kaku Gothic New"/>
              <a:cs typeface="Zen Kaku Gothic New"/>
              <a:sym typeface="Zen Kaku Gothic New"/>
            </a:endParaRPr>
          </a:p>
        </p:txBody>
      </p:sp>
      <p:sp>
        <p:nvSpPr>
          <p:cNvPr id="163" name="Google Shape;163;p20"/>
          <p:cNvSpPr txBox="1"/>
          <p:nvPr/>
        </p:nvSpPr>
        <p:spPr>
          <a:xfrm>
            <a:off x="6346650" y="2986397"/>
            <a:ext cx="1725300" cy="1902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1000">
                <a:solidFill>
                  <a:srgbClr val="A3A9AC"/>
                </a:solidFill>
                <a:latin typeface="Zen Kaku Gothic New"/>
                <a:ea typeface="Zen Kaku Gothic New"/>
                <a:cs typeface="Zen Kaku Gothic New"/>
                <a:sym typeface="Zen Kaku Gothic New"/>
              </a:rPr>
              <a:t>en_name</a:t>
            </a:r>
            <a:endParaRPr b="1" sz="1000">
              <a:solidFill>
                <a:srgbClr val="A3A9AC"/>
              </a:solidFill>
              <a:latin typeface="Zen Kaku Gothic New"/>
              <a:ea typeface="Zen Kaku Gothic New"/>
              <a:cs typeface="Zen Kaku Gothic New"/>
              <a:sym typeface="Zen Kaku Gothic New"/>
            </a:endParaRPr>
          </a:p>
        </p:txBody>
      </p:sp>
      <p:sp>
        <p:nvSpPr>
          <p:cNvPr id="164" name="Google Shape;164;p20"/>
          <p:cNvSpPr txBox="1"/>
          <p:nvPr/>
        </p:nvSpPr>
        <p:spPr>
          <a:xfrm>
            <a:off x="6346650" y="2520771"/>
            <a:ext cx="17253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434343"/>
                </a:solidFill>
                <a:latin typeface="Zen Kaku Gothic New"/>
                <a:ea typeface="Zen Kaku Gothic New"/>
                <a:cs typeface="Zen Kaku Gothic New"/>
                <a:sym typeface="Zen Kaku Gothic New"/>
              </a:rPr>
              <a:t>occupation</a:t>
            </a:r>
            <a:endParaRPr b="1" sz="900">
              <a:solidFill>
                <a:srgbClr val="434343"/>
              </a:solidFill>
              <a:latin typeface="Zen Kaku Gothic New"/>
              <a:ea typeface="Zen Kaku Gothic New"/>
              <a:cs typeface="Zen Kaku Gothic New"/>
              <a:sym typeface="Zen Kaku Gothic New"/>
            </a:endParaRPr>
          </a:p>
        </p:txBody>
      </p:sp>
      <p:pic>
        <p:nvPicPr>
          <p:cNvPr id="165" name="Google Shape;165;p20"/>
          <p:cNvPicPr preferRelativeResize="0"/>
          <p:nvPr/>
        </p:nvPicPr>
        <p:blipFill rotWithShape="1">
          <a:blip r:embed="rId3">
            <a:alphaModFix/>
          </a:blip>
          <a:srcRect b="8747" l="0" r="0" t="8738"/>
          <a:stretch/>
        </p:blipFill>
        <p:spPr>
          <a:xfrm>
            <a:off x="6346650" y="1077872"/>
            <a:ext cx="2140200" cy="1324500"/>
          </a:xfrm>
          <a:prstGeom prst="roundRect">
            <a:avLst>
              <a:gd fmla="val 4525" name="adj"/>
            </a:avLst>
          </a:prstGeom>
          <a:noFill/>
          <a:ln>
            <a:noFill/>
          </a:ln>
        </p:spPr>
      </p:pic>
      <p:sp>
        <p:nvSpPr>
          <p:cNvPr id="166" name="Google Shape;166;p20"/>
          <p:cNvSpPr/>
          <p:nvPr/>
        </p:nvSpPr>
        <p:spPr>
          <a:xfrm>
            <a:off x="6346650"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a:t>
            </a:r>
            <a:endParaRPr b="1" sz="800">
              <a:solidFill>
                <a:srgbClr val="434343"/>
              </a:solidFill>
              <a:latin typeface="Zen Kaku Gothic New"/>
              <a:ea typeface="Zen Kaku Gothic New"/>
              <a:cs typeface="Zen Kaku Gothic New"/>
              <a:sym typeface="Zen Kaku Gothic New"/>
            </a:endParaRPr>
          </a:p>
        </p:txBody>
      </p:sp>
      <p:sp>
        <p:nvSpPr>
          <p:cNvPr id="167" name="Google Shape;167;p20"/>
          <p:cNvSpPr/>
          <p:nvPr/>
        </p:nvSpPr>
        <p:spPr>
          <a:xfrm>
            <a:off x="7442859"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skill_2</a:t>
            </a:r>
            <a:endParaRPr b="1" sz="800">
              <a:solidFill>
                <a:srgbClr val="434343"/>
              </a:solidFill>
              <a:latin typeface="Zen Kaku Gothic New"/>
              <a:ea typeface="Zen Kaku Gothic New"/>
              <a:cs typeface="Zen Kaku Gothic New"/>
              <a:sym typeface="Zen Kaku Gothic New"/>
            </a:endParaRPr>
          </a:p>
        </p:txBody>
      </p:sp>
      <p:sp>
        <p:nvSpPr>
          <p:cNvPr id="168" name="Google Shape;168;p20"/>
          <p:cNvSpPr/>
          <p:nvPr/>
        </p:nvSpPr>
        <p:spPr>
          <a:xfrm>
            <a:off x="634665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skill_3</a:t>
            </a:r>
            <a:endParaRPr b="1" sz="800">
              <a:solidFill>
                <a:srgbClr val="434343"/>
              </a:solidFill>
              <a:latin typeface="Zen Kaku Gothic New"/>
              <a:ea typeface="Zen Kaku Gothic New"/>
              <a:cs typeface="Zen Kaku Gothic New"/>
              <a:sym typeface="Zen Kaku Gothic New"/>
            </a:endParaRPr>
          </a:p>
        </p:txBody>
      </p:sp>
      <p:sp>
        <p:nvSpPr>
          <p:cNvPr id="169" name="Google Shape;169;p20"/>
          <p:cNvSpPr txBox="1"/>
          <p:nvPr/>
        </p:nvSpPr>
        <p:spPr>
          <a:xfrm>
            <a:off x="3529950" y="3798422"/>
            <a:ext cx="2140200" cy="8067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アジャイルの要素を取り入れながら、チームが最高のパフォーマンスを出せるようなプロセスを設計していきます。</a:t>
            </a:r>
            <a:endParaRPr sz="800">
              <a:solidFill>
                <a:srgbClr val="4D4D4D"/>
              </a:solidFill>
              <a:latin typeface="Noto Sans JP"/>
              <a:ea typeface="Noto Sans JP"/>
              <a:cs typeface="Noto Sans JP"/>
              <a:sym typeface="Noto Sans JP"/>
            </a:endParaRPr>
          </a:p>
        </p:txBody>
      </p:sp>
      <p:sp>
        <p:nvSpPr>
          <p:cNvPr id="170" name="Google Shape;170;p20"/>
          <p:cNvSpPr txBox="1"/>
          <p:nvPr/>
        </p:nvSpPr>
        <p:spPr>
          <a:xfrm>
            <a:off x="6346650" y="3798422"/>
            <a:ext cx="2140200" cy="8067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your self-introduction here. </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Adjust the text so that it fits within five lines at most.</a:t>
            </a:r>
            <a:endParaRPr sz="800">
              <a:solidFill>
                <a:srgbClr val="4D4D4D"/>
              </a:solidFill>
              <a:latin typeface="Noto Sans JP"/>
              <a:ea typeface="Noto Sans JP"/>
              <a:cs typeface="Noto Sans JP"/>
              <a:sym typeface="Noto Sans J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4" name="Shape 174"/>
        <p:cNvGrpSpPr/>
        <p:nvPr/>
      </p:nvGrpSpPr>
      <p:grpSpPr>
        <a:xfrm>
          <a:off x="0" y="0"/>
          <a:ext cx="0" cy="0"/>
          <a:chOff x="0" y="0"/>
          <a:chExt cx="0" cy="0"/>
        </a:xfrm>
      </p:grpSpPr>
      <p:sp>
        <p:nvSpPr>
          <p:cNvPr id="175" name="Google Shape;175;p21"/>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Member Introduction</a:t>
            </a:r>
            <a:endParaRPr b="1"/>
          </a:p>
        </p:txBody>
      </p:sp>
      <p:sp>
        <p:nvSpPr>
          <p:cNvPr id="176" name="Google Shape;176;p21"/>
          <p:cNvSpPr/>
          <p:nvPr/>
        </p:nvSpPr>
        <p:spPr>
          <a:xfrm>
            <a:off x="7650000" y="400875"/>
            <a:ext cx="1044000" cy="2700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Sun Asterisk</a:t>
            </a:r>
            <a:endParaRPr b="1" sz="1100">
              <a:solidFill>
                <a:srgbClr val="FFFFFF"/>
              </a:solidFill>
              <a:latin typeface="Zen Kaku Gothic New"/>
              <a:ea typeface="Zen Kaku Gothic New"/>
              <a:cs typeface="Zen Kaku Gothic New"/>
              <a:sym typeface="Zen Kaku Gothic New"/>
            </a:endParaRPr>
          </a:p>
        </p:txBody>
      </p:sp>
      <p:sp>
        <p:nvSpPr>
          <p:cNvPr id="177" name="Google Shape;177;p21"/>
          <p:cNvSpPr txBox="1"/>
          <p:nvPr>
            <p:ph idx="1" type="subTitle"/>
          </p:nvPr>
        </p:nvSpPr>
        <p:spPr>
          <a:xfrm>
            <a:off x="194921" y="98646"/>
            <a:ext cx="8280000" cy="232200"/>
          </a:xfrm>
          <a:prstGeom prst="rect">
            <a:avLst/>
          </a:prstGeom>
          <a:ln>
            <a:noFill/>
          </a:ln>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Members introduction</a:t>
            </a:r>
            <a:endParaRPr>
              <a:solidFill>
                <a:schemeClr val="accent1"/>
              </a:solidFill>
            </a:endParaRPr>
          </a:p>
        </p:txBody>
      </p:sp>
      <p:sp>
        <p:nvSpPr>
          <p:cNvPr id="178" name="Google Shape;178;p21"/>
          <p:cNvSpPr/>
          <p:nvPr/>
        </p:nvSpPr>
        <p:spPr>
          <a:xfrm>
            <a:off x="25437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21"/>
          <p:cNvPicPr preferRelativeResize="0"/>
          <p:nvPr/>
        </p:nvPicPr>
        <p:blipFill rotWithShape="1">
          <a:blip r:embed="rId3">
            <a:alphaModFix/>
          </a:blip>
          <a:srcRect b="2732" l="0" r="0" t="2732"/>
          <a:stretch/>
        </p:blipFill>
        <p:spPr>
          <a:xfrm>
            <a:off x="2707652" y="1082675"/>
            <a:ext cx="1635000" cy="1159200"/>
          </a:xfrm>
          <a:prstGeom prst="roundRect">
            <a:avLst>
              <a:gd fmla="val 4525" name="adj"/>
            </a:avLst>
          </a:prstGeom>
          <a:noFill/>
          <a:ln>
            <a:noFill/>
          </a:ln>
        </p:spPr>
      </p:pic>
      <p:sp>
        <p:nvSpPr>
          <p:cNvPr id="180" name="Google Shape;180;p21"/>
          <p:cNvSpPr/>
          <p:nvPr/>
        </p:nvSpPr>
        <p:spPr>
          <a:xfrm>
            <a:off x="46374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a:off x="67311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txBox="1"/>
          <p:nvPr/>
        </p:nvSpPr>
        <p:spPr>
          <a:xfrm>
            <a:off x="27076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小野島 一帆</a:t>
            </a:r>
            <a:endParaRPr b="1" sz="1200">
              <a:solidFill>
                <a:srgbClr val="333333"/>
              </a:solidFill>
              <a:latin typeface="Zen Kaku Gothic New"/>
              <a:ea typeface="Zen Kaku Gothic New"/>
              <a:cs typeface="Zen Kaku Gothic New"/>
              <a:sym typeface="Zen Kaku Gothic New"/>
            </a:endParaRPr>
          </a:p>
        </p:txBody>
      </p:sp>
      <p:sp>
        <p:nvSpPr>
          <p:cNvPr id="183" name="Google Shape;183;p21"/>
          <p:cNvSpPr txBox="1"/>
          <p:nvPr/>
        </p:nvSpPr>
        <p:spPr>
          <a:xfrm>
            <a:off x="27076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Onojima Kazuho</a:t>
            </a:r>
            <a:endParaRPr b="1" sz="900">
              <a:solidFill>
                <a:srgbClr val="A3A9AC"/>
              </a:solidFill>
              <a:latin typeface="Zen Kaku Gothic New"/>
              <a:ea typeface="Zen Kaku Gothic New"/>
              <a:cs typeface="Zen Kaku Gothic New"/>
              <a:sym typeface="Zen Kaku Gothic New"/>
            </a:endParaRPr>
          </a:p>
        </p:txBody>
      </p:sp>
      <p:sp>
        <p:nvSpPr>
          <p:cNvPr id="184" name="Google Shape;184;p21"/>
          <p:cNvSpPr txBox="1"/>
          <p:nvPr/>
        </p:nvSpPr>
        <p:spPr>
          <a:xfrm>
            <a:off x="27076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Project Manager / PMO</a:t>
            </a:r>
            <a:endParaRPr b="1" sz="800">
              <a:solidFill>
                <a:srgbClr val="434343"/>
              </a:solidFill>
              <a:latin typeface="Zen Kaku Gothic New"/>
              <a:ea typeface="Zen Kaku Gothic New"/>
              <a:cs typeface="Zen Kaku Gothic New"/>
              <a:sym typeface="Zen Kaku Gothic New"/>
            </a:endParaRPr>
          </a:p>
        </p:txBody>
      </p:sp>
      <p:sp>
        <p:nvSpPr>
          <p:cNvPr id="185" name="Google Shape;185;p21"/>
          <p:cNvSpPr txBox="1"/>
          <p:nvPr/>
        </p:nvSpPr>
        <p:spPr>
          <a:xfrm>
            <a:off x="27076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アジャイルの要素を取り入れながら、チームが最高のパフォーマンスを出せるようなプロセスを設計していきます。</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sz="800">
              <a:solidFill>
                <a:srgbClr val="4D4D4D"/>
              </a:solidFill>
              <a:highlight>
                <a:srgbClr val="FFFFFF"/>
              </a:highlight>
              <a:latin typeface="Noto Sans JP"/>
              <a:ea typeface="Noto Sans JP"/>
              <a:cs typeface="Noto Sans JP"/>
              <a:sym typeface="Noto Sans JP"/>
            </a:endParaRPr>
          </a:p>
        </p:txBody>
      </p:sp>
      <p:sp>
        <p:nvSpPr>
          <p:cNvPr id="186" name="Google Shape;186;p21"/>
          <p:cNvSpPr/>
          <p:nvPr/>
        </p:nvSpPr>
        <p:spPr>
          <a:xfrm>
            <a:off x="27076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Scrum</a:t>
            </a:r>
            <a:endParaRPr b="1" sz="800">
              <a:solidFill>
                <a:srgbClr val="434343"/>
              </a:solidFill>
              <a:latin typeface="Zen Kaku Gothic New"/>
              <a:ea typeface="Zen Kaku Gothic New"/>
              <a:cs typeface="Zen Kaku Gothic New"/>
              <a:sym typeface="Zen Kaku Gothic New"/>
            </a:endParaRPr>
          </a:p>
        </p:txBody>
      </p:sp>
      <p:sp>
        <p:nvSpPr>
          <p:cNvPr id="187" name="Google Shape;187;p21"/>
          <p:cNvSpPr/>
          <p:nvPr/>
        </p:nvSpPr>
        <p:spPr>
          <a:xfrm>
            <a:off x="35506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画面設計</a:t>
            </a:r>
            <a:endParaRPr b="1" sz="800">
              <a:solidFill>
                <a:srgbClr val="434343"/>
              </a:solidFill>
              <a:latin typeface="Zen Kaku Gothic New"/>
              <a:ea typeface="Zen Kaku Gothic New"/>
              <a:cs typeface="Zen Kaku Gothic New"/>
              <a:sym typeface="Zen Kaku Gothic New"/>
            </a:endParaRPr>
          </a:p>
        </p:txBody>
      </p:sp>
      <p:sp>
        <p:nvSpPr>
          <p:cNvPr id="188" name="Google Shape;188;p21"/>
          <p:cNvSpPr/>
          <p:nvPr/>
        </p:nvSpPr>
        <p:spPr>
          <a:xfrm>
            <a:off x="2707650" y="3258375"/>
            <a:ext cx="1635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アーキテクチャデザイン</a:t>
            </a:r>
            <a:endParaRPr b="1" sz="800">
              <a:solidFill>
                <a:srgbClr val="434343"/>
              </a:solidFill>
              <a:latin typeface="Zen Kaku Gothic New"/>
              <a:ea typeface="Zen Kaku Gothic New"/>
              <a:cs typeface="Zen Kaku Gothic New"/>
              <a:sym typeface="Zen Kaku Gothic New"/>
            </a:endParaRPr>
          </a:p>
        </p:txBody>
      </p:sp>
      <p:sp>
        <p:nvSpPr>
          <p:cNvPr id="189" name="Google Shape;189;p21"/>
          <p:cNvSpPr/>
          <p:nvPr/>
        </p:nvSpPr>
        <p:spPr>
          <a:xfrm>
            <a:off x="4500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 name="Google Shape;190;p21"/>
          <p:cNvPicPr preferRelativeResize="0"/>
          <p:nvPr/>
        </p:nvPicPr>
        <p:blipFill rotWithShape="1">
          <a:blip r:embed="rId3">
            <a:alphaModFix/>
          </a:blip>
          <a:srcRect b="2732" l="0" r="0" t="2732"/>
          <a:stretch/>
        </p:blipFill>
        <p:spPr>
          <a:xfrm>
            <a:off x="618050" y="1082675"/>
            <a:ext cx="1635000" cy="1159200"/>
          </a:xfrm>
          <a:prstGeom prst="roundRect">
            <a:avLst>
              <a:gd fmla="val 4525" name="adj"/>
            </a:avLst>
          </a:prstGeom>
          <a:noFill/>
          <a:ln>
            <a:noFill/>
          </a:ln>
        </p:spPr>
      </p:pic>
      <p:sp>
        <p:nvSpPr>
          <p:cNvPr id="191" name="Google Shape;191;p21"/>
          <p:cNvSpPr txBox="1"/>
          <p:nvPr/>
        </p:nvSpPr>
        <p:spPr>
          <a:xfrm>
            <a:off x="6180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レ・クアン・ヒエウ</a:t>
            </a:r>
            <a:r>
              <a:rPr lang="ja" sz="1200">
                <a:solidFill>
                  <a:schemeClr val="dk1"/>
                </a:solidFill>
                <a:highlight>
                  <a:srgbClr val="FFFFFF"/>
                </a:highlight>
                <a:latin typeface="Zen Kaku Gothic New"/>
                <a:ea typeface="Zen Kaku Gothic New"/>
                <a:cs typeface="Zen Kaku Gothic New"/>
                <a:sym typeface="Zen Kaku Gothic New"/>
              </a:rPr>
              <a:t> </a:t>
            </a:r>
            <a:endParaRPr b="1" sz="1200">
              <a:solidFill>
                <a:srgbClr val="333333"/>
              </a:solidFill>
              <a:latin typeface="Zen Kaku Gothic New"/>
              <a:ea typeface="Zen Kaku Gothic New"/>
              <a:cs typeface="Zen Kaku Gothic New"/>
              <a:sym typeface="Zen Kaku Gothic New"/>
            </a:endParaRPr>
          </a:p>
        </p:txBody>
      </p:sp>
      <p:sp>
        <p:nvSpPr>
          <p:cNvPr id="192" name="Google Shape;192;p21"/>
          <p:cNvSpPr txBox="1"/>
          <p:nvPr/>
        </p:nvSpPr>
        <p:spPr>
          <a:xfrm>
            <a:off x="6180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Le Quang Hieu </a:t>
            </a:r>
            <a:endParaRPr b="1" sz="900">
              <a:solidFill>
                <a:srgbClr val="A3A9AC"/>
              </a:solidFill>
              <a:latin typeface="Zen Kaku Gothic New"/>
              <a:ea typeface="Zen Kaku Gothic New"/>
              <a:cs typeface="Zen Kaku Gothic New"/>
              <a:sym typeface="Zen Kaku Gothic New"/>
            </a:endParaRPr>
          </a:p>
        </p:txBody>
      </p:sp>
      <p:sp>
        <p:nvSpPr>
          <p:cNvPr id="193" name="Google Shape;193;p21"/>
          <p:cNvSpPr txBox="1"/>
          <p:nvPr/>
        </p:nvSpPr>
        <p:spPr>
          <a:xfrm>
            <a:off x="6180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Web Designer</a:t>
            </a:r>
            <a:endParaRPr b="1" sz="800">
              <a:solidFill>
                <a:srgbClr val="434343"/>
              </a:solidFill>
              <a:latin typeface="Zen Kaku Gothic New"/>
              <a:ea typeface="Zen Kaku Gothic New"/>
              <a:cs typeface="Zen Kaku Gothic New"/>
              <a:sym typeface="Zen Kaku Gothic New"/>
            </a:endParaRPr>
          </a:p>
        </p:txBody>
      </p:sp>
      <p:sp>
        <p:nvSpPr>
          <p:cNvPr id="194" name="Google Shape;194;p21"/>
          <p:cNvSpPr txBox="1"/>
          <p:nvPr/>
        </p:nvSpPr>
        <p:spPr>
          <a:xfrm>
            <a:off x="6180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I’ve worked for insurance industry for 5 years. I’m so glad to support this project.</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I’m eager to collaborate with the team and help lead the project to success.</a:t>
            </a:r>
            <a:endParaRPr sz="800">
              <a:solidFill>
                <a:srgbClr val="4D4D4D"/>
              </a:solidFill>
              <a:latin typeface="Noto Sans JP"/>
              <a:ea typeface="Noto Sans JP"/>
              <a:cs typeface="Noto Sans JP"/>
              <a:sym typeface="Noto Sans JP"/>
            </a:endParaRPr>
          </a:p>
        </p:txBody>
      </p:sp>
      <p:sp>
        <p:nvSpPr>
          <p:cNvPr id="195" name="Google Shape;195;p21"/>
          <p:cNvSpPr/>
          <p:nvPr/>
        </p:nvSpPr>
        <p:spPr>
          <a:xfrm>
            <a:off x="618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Ruby</a:t>
            </a:r>
            <a:endParaRPr b="1" sz="800">
              <a:solidFill>
                <a:srgbClr val="434343"/>
              </a:solidFill>
              <a:latin typeface="Zen Kaku Gothic New"/>
              <a:ea typeface="Zen Kaku Gothic New"/>
              <a:cs typeface="Zen Kaku Gothic New"/>
              <a:sym typeface="Zen Kaku Gothic New"/>
            </a:endParaRPr>
          </a:p>
        </p:txBody>
      </p:sp>
      <p:sp>
        <p:nvSpPr>
          <p:cNvPr id="196" name="Google Shape;196;p21"/>
          <p:cNvSpPr/>
          <p:nvPr/>
        </p:nvSpPr>
        <p:spPr>
          <a:xfrm>
            <a:off x="1461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Andorid</a:t>
            </a:r>
            <a:endParaRPr b="1" sz="800">
              <a:solidFill>
                <a:srgbClr val="434343"/>
              </a:solidFill>
              <a:latin typeface="Zen Kaku Gothic New"/>
              <a:ea typeface="Zen Kaku Gothic New"/>
              <a:cs typeface="Zen Kaku Gothic New"/>
              <a:sym typeface="Zen Kaku Gothic New"/>
            </a:endParaRPr>
          </a:p>
        </p:txBody>
      </p:sp>
      <p:sp>
        <p:nvSpPr>
          <p:cNvPr id="197" name="Google Shape;197;p21"/>
          <p:cNvSpPr/>
          <p:nvPr/>
        </p:nvSpPr>
        <p:spPr>
          <a:xfrm>
            <a:off x="618050" y="3258375"/>
            <a:ext cx="1635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Release Operation</a:t>
            </a:r>
            <a:endParaRPr b="1" sz="800">
              <a:solidFill>
                <a:srgbClr val="434343"/>
              </a:solidFill>
              <a:latin typeface="Zen Kaku Gothic New"/>
              <a:ea typeface="Zen Kaku Gothic New"/>
              <a:cs typeface="Zen Kaku Gothic New"/>
              <a:sym typeface="Zen Kaku Gothic New"/>
            </a:endParaRPr>
          </a:p>
        </p:txBody>
      </p:sp>
      <p:pic>
        <p:nvPicPr>
          <p:cNvPr id="198" name="Google Shape;198;p21"/>
          <p:cNvPicPr preferRelativeResize="0"/>
          <p:nvPr/>
        </p:nvPicPr>
        <p:blipFill rotWithShape="1">
          <a:blip r:embed="rId3">
            <a:alphaModFix/>
          </a:blip>
          <a:srcRect b="2732" l="0" r="0" t="2732"/>
          <a:stretch/>
        </p:blipFill>
        <p:spPr>
          <a:xfrm>
            <a:off x="4801352" y="1082675"/>
            <a:ext cx="1635000" cy="1159200"/>
          </a:xfrm>
          <a:prstGeom prst="roundRect">
            <a:avLst>
              <a:gd fmla="val 4525" name="adj"/>
            </a:avLst>
          </a:prstGeom>
          <a:noFill/>
          <a:ln>
            <a:noFill/>
          </a:ln>
        </p:spPr>
      </p:pic>
      <p:sp>
        <p:nvSpPr>
          <p:cNvPr id="199" name="Google Shape;199;p21"/>
          <p:cNvSpPr txBox="1"/>
          <p:nvPr/>
        </p:nvSpPr>
        <p:spPr>
          <a:xfrm>
            <a:off x="48013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00" name="Google Shape;200;p21"/>
          <p:cNvSpPr txBox="1"/>
          <p:nvPr/>
        </p:nvSpPr>
        <p:spPr>
          <a:xfrm>
            <a:off x="48013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01" name="Google Shape;201;p21"/>
          <p:cNvSpPr txBox="1"/>
          <p:nvPr/>
        </p:nvSpPr>
        <p:spPr>
          <a:xfrm>
            <a:off x="48013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02" name="Google Shape;202;p21"/>
          <p:cNvSpPr txBox="1"/>
          <p:nvPr/>
        </p:nvSpPr>
        <p:spPr>
          <a:xfrm>
            <a:off x="48013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Please enter your self-introduction here. </a:t>
            </a:r>
            <a:endParaRPr sz="800">
              <a:solidFill>
                <a:srgbClr val="4D4D4D"/>
              </a:solidFill>
              <a:highlight>
                <a:srgbClr val="FFFFFF"/>
              </a:highlight>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Adjust the text so that it fits within six lines at most.</a:t>
            </a:r>
            <a:endParaRPr sz="800">
              <a:solidFill>
                <a:srgbClr val="4D4D4D"/>
              </a:solidFill>
              <a:highlight>
                <a:srgbClr val="FFFFFF"/>
              </a:highlight>
              <a:latin typeface="Noto Sans JP"/>
              <a:ea typeface="Noto Sans JP"/>
              <a:cs typeface="Noto Sans JP"/>
              <a:sym typeface="Noto Sans JP"/>
            </a:endParaRPr>
          </a:p>
        </p:txBody>
      </p:sp>
      <p:sp>
        <p:nvSpPr>
          <p:cNvPr id="203" name="Google Shape;203;p21"/>
          <p:cNvSpPr/>
          <p:nvPr/>
        </p:nvSpPr>
        <p:spPr>
          <a:xfrm>
            <a:off x="48013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a:t>
            </a:r>
            <a:endParaRPr b="1" sz="800">
              <a:solidFill>
                <a:srgbClr val="434343"/>
              </a:solidFill>
              <a:latin typeface="Zen Kaku Gothic New"/>
              <a:ea typeface="Zen Kaku Gothic New"/>
              <a:cs typeface="Zen Kaku Gothic New"/>
              <a:sym typeface="Zen Kaku Gothic New"/>
            </a:endParaRPr>
          </a:p>
        </p:txBody>
      </p:sp>
      <p:sp>
        <p:nvSpPr>
          <p:cNvPr id="204" name="Google Shape;204;p21"/>
          <p:cNvSpPr/>
          <p:nvPr/>
        </p:nvSpPr>
        <p:spPr>
          <a:xfrm>
            <a:off x="56443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skill_2</a:t>
            </a:r>
            <a:endParaRPr b="1" sz="800">
              <a:solidFill>
                <a:srgbClr val="434343"/>
              </a:solidFill>
              <a:latin typeface="Zen Kaku Gothic New"/>
              <a:ea typeface="Zen Kaku Gothic New"/>
              <a:cs typeface="Zen Kaku Gothic New"/>
              <a:sym typeface="Zen Kaku Gothic New"/>
            </a:endParaRPr>
          </a:p>
        </p:txBody>
      </p:sp>
      <p:sp>
        <p:nvSpPr>
          <p:cNvPr id="205" name="Google Shape;205;p21"/>
          <p:cNvSpPr/>
          <p:nvPr/>
        </p:nvSpPr>
        <p:spPr>
          <a:xfrm>
            <a:off x="4801350" y="325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skill_3</a:t>
            </a:r>
            <a:endParaRPr b="1" sz="800">
              <a:solidFill>
                <a:srgbClr val="434343"/>
              </a:solidFill>
              <a:latin typeface="Zen Kaku Gothic New"/>
              <a:ea typeface="Zen Kaku Gothic New"/>
              <a:cs typeface="Zen Kaku Gothic New"/>
              <a:sym typeface="Zen Kaku Gothic New"/>
            </a:endParaRPr>
          </a:p>
        </p:txBody>
      </p:sp>
      <p:sp>
        <p:nvSpPr>
          <p:cNvPr id="206" name="Google Shape;206;p21"/>
          <p:cNvSpPr/>
          <p:nvPr/>
        </p:nvSpPr>
        <p:spPr>
          <a:xfrm>
            <a:off x="5644350" y="325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skill_4</a:t>
            </a:r>
            <a:endParaRPr b="1" sz="800">
              <a:solidFill>
                <a:srgbClr val="434343"/>
              </a:solidFill>
              <a:latin typeface="Zen Kaku Gothic New"/>
              <a:ea typeface="Zen Kaku Gothic New"/>
              <a:cs typeface="Zen Kaku Gothic New"/>
              <a:sym typeface="Zen Kaku Gothic New"/>
            </a:endParaRPr>
          </a:p>
        </p:txBody>
      </p:sp>
      <p:pic>
        <p:nvPicPr>
          <p:cNvPr id="207" name="Google Shape;207;p21"/>
          <p:cNvPicPr preferRelativeResize="0"/>
          <p:nvPr/>
        </p:nvPicPr>
        <p:blipFill rotWithShape="1">
          <a:blip r:embed="rId3">
            <a:alphaModFix/>
          </a:blip>
          <a:srcRect b="2732" l="0" r="0" t="2732"/>
          <a:stretch/>
        </p:blipFill>
        <p:spPr>
          <a:xfrm>
            <a:off x="6895052" y="1082675"/>
            <a:ext cx="1635000" cy="1159200"/>
          </a:xfrm>
          <a:prstGeom prst="roundRect">
            <a:avLst>
              <a:gd fmla="val 4525" name="adj"/>
            </a:avLst>
          </a:prstGeom>
          <a:noFill/>
          <a:ln>
            <a:noFill/>
          </a:ln>
        </p:spPr>
      </p:pic>
      <p:sp>
        <p:nvSpPr>
          <p:cNvPr id="208" name="Google Shape;208;p21"/>
          <p:cNvSpPr txBox="1"/>
          <p:nvPr/>
        </p:nvSpPr>
        <p:spPr>
          <a:xfrm>
            <a:off x="68950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09" name="Google Shape;209;p21"/>
          <p:cNvSpPr txBox="1"/>
          <p:nvPr/>
        </p:nvSpPr>
        <p:spPr>
          <a:xfrm>
            <a:off x="68950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10" name="Google Shape;210;p21"/>
          <p:cNvSpPr txBox="1"/>
          <p:nvPr/>
        </p:nvSpPr>
        <p:spPr>
          <a:xfrm>
            <a:off x="68950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11" name="Google Shape;211;p21"/>
          <p:cNvSpPr txBox="1"/>
          <p:nvPr/>
        </p:nvSpPr>
        <p:spPr>
          <a:xfrm>
            <a:off x="68950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Please enter your self-introduction here. </a:t>
            </a:r>
            <a:endParaRPr sz="800">
              <a:solidFill>
                <a:srgbClr val="4D4D4D"/>
              </a:solidFill>
              <a:highlight>
                <a:srgbClr val="FFFFFF"/>
              </a:highlight>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Adjust the text so that it fits within six lines at most.</a:t>
            </a:r>
            <a:endParaRPr sz="800">
              <a:solidFill>
                <a:srgbClr val="4D4D4D"/>
              </a:solidFill>
              <a:highlight>
                <a:srgbClr val="FFFFFF"/>
              </a:highlight>
              <a:latin typeface="Noto Sans JP"/>
              <a:ea typeface="Noto Sans JP"/>
              <a:cs typeface="Noto Sans JP"/>
              <a:sym typeface="Noto Sans JP"/>
            </a:endParaRPr>
          </a:p>
        </p:txBody>
      </p:sp>
      <p:sp>
        <p:nvSpPr>
          <p:cNvPr id="212" name="Google Shape;212;p21"/>
          <p:cNvSpPr/>
          <p:nvPr/>
        </p:nvSpPr>
        <p:spPr>
          <a:xfrm>
            <a:off x="6895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a:t>
            </a:r>
            <a:endParaRPr b="1" sz="800">
              <a:solidFill>
                <a:srgbClr val="434343"/>
              </a:solidFill>
              <a:latin typeface="Zen Kaku Gothic New"/>
              <a:ea typeface="Zen Kaku Gothic New"/>
              <a:cs typeface="Zen Kaku Gothic New"/>
              <a:sym typeface="Zen Kaku Gothic New"/>
            </a:endParaRPr>
          </a:p>
        </p:txBody>
      </p:sp>
      <p:sp>
        <p:nvSpPr>
          <p:cNvPr id="213" name="Google Shape;213;p21"/>
          <p:cNvSpPr/>
          <p:nvPr/>
        </p:nvSpPr>
        <p:spPr>
          <a:xfrm>
            <a:off x="7738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skill_2</a:t>
            </a:r>
            <a:endParaRPr b="1" sz="800">
              <a:solidFill>
                <a:srgbClr val="434343"/>
              </a:solidFill>
              <a:latin typeface="Zen Kaku Gothic New"/>
              <a:ea typeface="Zen Kaku Gothic New"/>
              <a:cs typeface="Zen Kaku Gothic New"/>
              <a:sym typeface="Zen Kaku Gothic New"/>
            </a:endParaRPr>
          </a:p>
        </p:txBody>
      </p:sp>
      <p:sp>
        <p:nvSpPr>
          <p:cNvPr id="214" name="Google Shape;214;p21"/>
          <p:cNvSpPr/>
          <p:nvPr/>
        </p:nvSpPr>
        <p:spPr>
          <a:xfrm>
            <a:off x="6895050" y="325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skill_3</a:t>
            </a:r>
            <a:endParaRPr b="1" sz="800">
              <a:solidFill>
                <a:srgbClr val="434343"/>
              </a:solidFill>
              <a:latin typeface="Zen Kaku Gothic New"/>
              <a:ea typeface="Zen Kaku Gothic New"/>
              <a:cs typeface="Zen Kaku Gothic New"/>
              <a:sym typeface="Zen Kaku Gothic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p:nvPr/>
        </p:nvSpPr>
        <p:spPr>
          <a:xfrm>
            <a:off x="547125" y="4016981"/>
            <a:ext cx="1092600" cy="3027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FFFFFF"/>
                </a:solidFill>
                <a:latin typeface="Zen Kaku Gothic New"/>
                <a:ea typeface="Zen Kaku Gothic New"/>
                <a:cs typeface="Zen Kaku Gothic New"/>
                <a:sym typeface="Zen Kaku Gothic New"/>
              </a:rPr>
              <a:t>システムデザイン</a:t>
            </a:r>
            <a:endParaRPr b="1" sz="800">
              <a:solidFill>
                <a:srgbClr val="FFFFFF"/>
              </a:solidFill>
              <a:latin typeface="Zen Kaku Gothic New"/>
              <a:ea typeface="Zen Kaku Gothic New"/>
              <a:cs typeface="Zen Kaku Gothic New"/>
              <a:sym typeface="Zen Kaku Gothic New"/>
            </a:endParaRPr>
          </a:p>
        </p:txBody>
      </p:sp>
      <p:sp>
        <p:nvSpPr>
          <p:cNvPr id="220" name="Google Shape;220;p22"/>
          <p:cNvSpPr/>
          <p:nvPr/>
        </p:nvSpPr>
        <p:spPr>
          <a:xfrm>
            <a:off x="1727453"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業務整理</a:t>
            </a:r>
            <a:endParaRPr b="1" sz="800">
              <a:solidFill>
                <a:srgbClr val="434343"/>
              </a:solidFill>
              <a:latin typeface="Zen Kaku Gothic New"/>
              <a:ea typeface="Zen Kaku Gothic New"/>
              <a:cs typeface="Zen Kaku Gothic New"/>
              <a:sym typeface="Zen Kaku Gothic New"/>
            </a:endParaRPr>
          </a:p>
        </p:txBody>
      </p:sp>
      <p:sp>
        <p:nvSpPr>
          <p:cNvPr id="221" name="Google Shape;221;p22"/>
          <p:cNvSpPr/>
          <p:nvPr/>
        </p:nvSpPr>
        <p:spPr>
          <a:xfrm>
            <a:off x="547125" y="4409087"/>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skill_8</a:t>
            </a:r>
            <a:endParaRPr b="1" sz="800">
              <a:solidFill>
                <a:srgbClr val="434343"/>
              </a:solidFill>
              <a:latin typeface="Zen Kaku Gothic New"/>
              <a:ea typeface="Zen Kaku Gothic New"/>
              <a:cs typeface="Zen Kaku Gothic New"/>
              <a:sym typeface="Zen Kaku Gothic New"/>
            </a:endParaRPr>
          </a:p>
        </p:txBody>
      </p:sp>
      <p:sp>
        <p:nvSpPr>
          <p:cNvPr id="222" name="Google Shape;222;p22"/>
          <p:cNvSpPr/>
          <p:nvPr/>
        </p:nvSpPr>
        <p:spPr>
          <a:xfrm>
            <a:off x="1727453"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skill_9</a:t>
            </a:r>
            <a:endParaRPr b="1" sz="800">
              <a:latin typeface="Zen Kaku Gothic New"/>
              <a:ea typeface="Zen Kaku Gothic New"/>
              <a:cs typeface="Zen Kaku Gothic New"/>
              <a:sym typeface="Zen Kaku Gothic New"/>
            </a:endParaRPr>
          </a:p>
        </p:txBody>
      </p:sp>
      <p:sp>
        <p:nvSpPr>
          <p:cNvPr id="223" name="Google Shape;223;p22"/>
          <p:cNvSpPr/>
          <p:nvPr/>
        </p:nvSpPr>
        <p:spPr>
          <a:xfrm>
            <a:off x="2890026" y="4016981"/>
            <a:ext cx="1092600" cy="3027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FFFFFF"/>
                </a:solidFill>
                <a:latin typeface="Zen Kaku Gothic New"/>
                <a:ea typeface="Zen Kaku Gothic New"/>
                <a:cs typeface="Zen Kaku Gothic New"/>
                <a:sym typeface="Zen Kaku Gothic New"/>
              </a:rPr>
              <a:t>画面設計</a:t>
            </a:r>
            <a:endParaRPr b="1" sz="800">
              <a:solidFill>
                <a:srgbClr val="FFFFFF"/>
              </a:solidFill>
              <a:latin typeface="Zen Kaku Gothic New"/>
              <a:ea typeface="Zen Kaku Gothic New"/>
              <a:cs typeface="Zen Kaku Gothic New"/>
              <a:sym typeface="Zen Kaku Gothic New"/>
            </a:endParaRPr>
          </a:p>
        </p:txBody>
      </p:sp>
      <p:sp>
        <p:nvSpPr>
          <p:cNvPr id="224" name="Google Shape;224;p22"/>
          <p:cNvSpPr/>
          <p:nvPr/>
        </p:nvSpPr>
        <p:spPr>
          <a:xfrm>
            <a:off x="4070354"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テスト設計</a:t>
            </a:r>
            <a:endParaRPr sz="800">
              <a:solidFill>
                <a:srgbClr val="434343"/>
              </a:solidFill>
              <a:latin typeface="Zen Kaku Gothic New"/>
              <a:ea typeface="Zen Kaku Gothic New"/>
              <a:cs typeface="Zen Kaku Gothic New"/>
              <a:sym typeface="Zen Kaku Gothic New"/>
            </a:endParaRPr>
          </a:p>
        </p:txBody>
      </p:sp>
      <p:sp>
        <p:nvSpPr>
          <p:cNvPr id="225" name="Google Shape;225;p22"/>
          <p:cNvSpPr/>
          <p:nvPr/>
        </p:nvSpPr>
        <p:spPr>
          <a:xfrm>
            <a:off x="5232973"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システム運用設計</a:t>
            </a:r>
            <a:endParaRPr b="1" sz="800">
              <a:latin typeface="Zen Kaku Gothic New"/>
              <a:ea typeface="Zen Kaku Gothic New"/>
              <a:cs typeface="Zen Kaku Gothic New"/>
              <a:sym typeface="Zen Kaku Gothic New"/>
            </a:endParaRPr>
          </a:p>
        </p:txBody>
      </p:sp>
      <p:sp>
        <p:nvSpPr>
          <p:cNvPr id="226" name="Google Shape;226;p22"/>
          <p:cNvSpPr/>
          <p:nvPr/>
        </p:nvSpPr>
        <p:spPr>
          <a:xfrm>
            <a:off x="2890026" y="4409087"/>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skill_10</a:t>
            </a:r>
            <a:endParaRPr b="1" sz="800">
              <a:latin typeface="Zen Kaku Gothic New"/>
              <a:ea typeface="Zen Kaku Gothic New"/>
              <a:cs typeface="Zen Kaku Gothic New"/>
              <a:sym typeface="Zen Kaku Gothic New"/>
            </a:endParaRPr>
          </a:p>
        </p:txBody>
      </p:sp>
      <p:sp>
        <p:nvSpPr>
          <p:cNvPr id="227" name="Google Shape;227;p22"/>
          <p:cNvSpPr/>
          <p:nvPr/>
        </p:nvSpPr>
        <p:spPr>
          <a:xfrm>
            <a:off x="4070354"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skill_11</a:t>
            </a:r>
            <a:endParaRPr b="1" sz="800">
              <a:solidFill>
                <a:srgbClr val="434343"/>
              </a:solidFill>
              <a:latin typeface="Zen Kaku Gothic New"/>
              <a:ea typeface="Zen Kaku Gothic New"/>
              <a:cs typeface="Zen Kaku Gothic New"/>
              <a:sym typeface="Zen Kaku Gothic New"/>
            </a:endParaRPr>
          </a:p>
        </p:txBody>
      </p:sp>
      <p:sp>
        <p:nvSpPr>
          <p:cNvPr id="228" name="Google Shape;228;p22"/>
          <p:cNvSpPr/>
          <p:nvPr/>
        </p:nvSpPr>
        <p:spPr>
          <a:xfrm>
            <a:off x="6413301"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skill_6</a:t>
            </a:r>
            <a:endParaRPr b="1" sz="800">
              <a:latin typeface="Zen Kaku Gothic New"/>
              <a:ea typeface="Zen Kaku Gothic New"/>
              <a:cs typeface="Zen Kaku Gothic New"/>
              <a:sym typeface="Zen Kaku Gothic New"/>
            </a:endParaRPr>
          </a:p>
        </p:txBody>
      </p:sp>
      <p:sp>
        <p:nvSpPr>
          <p:cNvPr id="229" name="Google Shape;229;p22"/>
          <p:cNvSpPr/>
          <p:nvPr/>
        </p:nvSpPr>
        <p:spPr>
          <a:xfrm>
            <a:off x="5232973" y="4409087"/>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skill_12</a:t>
            </a:r>
            <a:endParaRPr b="1" sz="800">
              <a:solidFill>
                <a:srgbClr val="434343"/>
              </a:solidFill>
              <a:latin typeface="Zen Kaku Gothic New"/>
              <a:ea typeface="Zen Kaku Gothic New"/>
              <a:cs typeface="Zen Kaku Gothic New"/>
              <a:sym typeface="Zen Kaku Gothic New"/>
            </a:endParaRPr>
          </a:p>
        </p:txBody>
      </p:sp>
      <p:sp>
        <p:nvSpPr>
          <p:cNvPr id="230" name="Google Shape;230;p22"/>
          <p:cNvSpPr/>
          <p:nvPr/>
        </p:nvSpPr>
        <p:spPr>
          <a:xfrm>
            <a:off x="7575925"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skill_7</a:t>
            </a:r>
            <a:endParaRPr b="1" sz="800">
              <a:latin typeface="Zen Kaku Gothic New"/>
              <a:ea typeface="Zen Kaku Gothic New"/>
              <a:cs typeface="Zen Kaku Gothic New"/>
              <a:sym typeface="Zen Kaku Gothic New"/>
            </a:endParaRPr>
          </a:p>
        </p:txBody>
      </p:sp>
      <p:sp>
        <p:nvSpPr>
          <p:cNvPr id="231" name="Google Shape;231;p22"/>
          <p:cNvSpPr/>
          <p:nvPr/>
        </p:nvSpPr>
        <p:spPr>
          <a:xfrm>
            <a:off x="6413301"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skill_13</a:t>
            </a:r>
            <a:endParaRPr b="1" sz="800">
              <a:latin typeface="Zen Kaku Gothic New"/>
              <a:ea typeface="Zen Kaku Gothic New"/>
              <a:cs typeface="Zen Kaku Gothic New"/>
              <a:sym typeface="Zen Kaku Gothic New"/>
            </a:endParaRPr>
          </a:p>
        </p:txBody>
      </p:sp>
      <p:sp>
        <p:nvSpPr>
          <p:cNvPr id="232" name="Google Shape;232;p22"/>
          <p:cNvSpPr/>
          <p:nvPr/>
        </p:nvSpPr>
        <p:spPr>
          <a:xfrm>
            <a:off x="7575925"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skill_14</a:t>
            </a:r>
            <a:endParaRPr b="1" sz="800">
              <a:latin typeface="Zen Kaku Gothic New"/>
              <a:ea typeface="Zen Kaku Gothic New"/>
              <a:cs typeface="Zen Kaku Gothic New"/>
              <a:sym typeface="Zen Kaku Gothic New"/>
            </a:endParaRPr>
          </a:p>
        </p:txBody>
      </p:sp>
      <p:sp>
        <p:nvSpPr>
          <p:cNvPr id="233" name="Google Shape;233;p22"/>
          <p:cNvSpPr txBox="1"/>
          <p:nvPr/>
        </p:nvSpPr>
        <p:spPr>
          <a:xfrm>
            <a:off x="3794750" y="678086"/>
            <a:ext cx="731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600">
                <a:solidFill>
                  <a:schemeClr val="accent1"/>
                </a:solidFill>
                <a:latin typeface="Noto Sans JP"/>
                <a:ea typeface="Noto Sans JP"/>
                <a:cs typeface="Noto Sans JP"/>
                <a:sym typeface="Noto Sans JP"/>
              </a:rPr>
              <a:t>Profile </a:t>
            </a:r>
            <a:endParaRPr b="1" sz="1600">
              <a:solidFill>
                <a:schemeClr val="accent1"/>
              </a:solidFill>
              <a:latin typeface="Noto Sans JP"/>
              <a:ea typeface="Noto Sans JP"/>
              <a:cs typeface="Noto Sans JP"/>
              <a:sym typeface="Noto Sans JP"/>
            </a:endParaRPr>
          </a:p>
        </p:txBody>
      </p:sp>
      <p:sp>
        <p:nvSpPr>
          <p:cNvPr id="234" name="Google Shape;234;p22"/>
          <p:cNvSpPr txBox="1"/>
          <p:nvPr/>
        </p:nvSpPr>
        <p:spPr>
          <a:xfrm>
            <a:off x="3794750" y="987943"/>
            <a:ext cx="4803900" cy="1281300"/>
          </a:xfrm>
          <a:prstGeom prst="rect">
            <a:avLst/>
          </a:prstGeom>
          <a:noFill/>
          <a:ln>
            <a:noFill/>
          </a:ln>
        </p:spPr>
        <p:txBody>
          <a:bodyPr anchorCtr="0" anchor="ctr" bIns="0" lIns="0" spcFirstLastPara="1" rIns="0" wrap="square" tIns="0">
            <a:spAutoFit/>
          </a:bodyPr>
          <a:lstStyle/>
          <a:p>
            <a:pPr indent="0" lvl="0" marL="0" rtl="0" algn="l">
              <a:lnSpc>
                <a:spcPct val="165000"/>
              </a:lnSpc>
              <a:spcBef>
                <a:spcPts val="0"/>
              </a:spcBef>
              <a:spcAft>
                <a:spcPts val="0"/>
              </a:spcAft>
              <a:buClr>
                <a:schemeClr val="dk1"/>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情報工学専攻で大学院（修士）を卒業後、パナソニック株式会社へ入社。</a:t>
            </a:r>
            <a:endParaRPr sz="900">
              <a:solidFill>
                <a:srgbClr val="4D4D4D"/>
              </a:solidFill>
              <a:latin typeface="Zen Kaku Gothic New Medium"/>
              <a:ea typeface="Zen Kaku Gothic New Medium"/>
              <a:cs typeface="Zen Kaku Gothic New Medium"/>
              <a:sym typeface="Zen Kaku Gothic New Medium"/>
            </a:endParaRPr>
          </a:p>
          <a:p>
            <a:pPr indent="0" lvl="0" marL="0" rtl="0" algn="l">
              <a:lnSpc>
                <a:spcPct val="165000"/>
              </a:lnSpc>
              <a:spcBef>
                <a:spcPts val="0"/>
              </a:spcBef>
              <a:spcAft>
                <a:spcPts val="0"/>
              </a:spcAft>
              <a:buClr>
                <a:schemeClr val="dk1"/>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車載機器（カーナビ、カーオーディオ）のハードウェア、ソフトウェア開発に9年間携わり、要件定義、基本設計から、総合テスト、納品までの開発工程を経験。またベトナムに3年間勤務し、PM業務（主にモバイルアプリ開発）、現地エンジニアの教育業務を担当。</a:t>
            </a:r>
            <a:endParaRPr sz="900">
              <a:solidFill>
                <a:srgbClr val="4D4D4D"/>
              </a:solidFill>
              <a:latin typeface="Zen Kaku Gothic New Medium"/>
              <a:ea typeface="Zen Kaku Gothic New Medium"/>
              <a:cs typeface="Zen Kaku Gothic New Medium"/>
              <a:sym typeface="Zen Kaku Gothic New Medium"/>
            </a:endParaRPr>
          </a:p>
          <a:p>
            <a:pPr indent="0" lvl="0" marL="0" rtl="0" algn="l">
              <a:lnSpc>
                <a:spcPct val="165000"/>
              </a:lnSpc>
              <a:spcBef>
                <a:spcPts val="0"/>
              </a:spcBef>
              <a:spcAft>
                <a:spcPts val="0"/>
              </a:spcAft>
              <a:buClr>
                <a:schemeClr val="dk1"/>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2020年よりソフトバンク株式会社にて、地方銀行向けモバイルアプリや、公共向けのWebアプリケーション開発のPLを担当。2022年11月より現職。</a:t>
            </a:r>
            <a:endParaRPr sz="900">
              <a:solidFill>
                <a:srgbClr val="4D4D4D"/>
              </a:solidFill>
              <a:latin typeface="Zen Kaku Gothic New Medium"/>
              <a:ea typeface="Zen Kaku Gothic New Medium"/>
              <a:cs typeface="Zen Kaku Gothic New Medium"/>
              <a:sym typeface="Zen Kaku Gothic New Medium"/>
            </a:endParaRPr>
          </a:p>
        </p:txBody>
      </p:sp>
      <p:sp>
        <p:nvSpPr>
          <p:cNvPr id="235" name="Google Shape;235;p22"/>
          <p:cNvSpPr txBox="1"/>
          <p:nvPr/>
        </p:nvSpPr>
        <p:spPr>
          <a:xfrm>
            <a:off x="3794750" y="2453567"/>
            <a:ext cx="731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600">
                <a:solidFill>
                  <a:schemeClr val="accent1"/>
                </a:solidFill>
                <a:latin typeface="Noto Sans JP"/>
                <a:ea typeface="Noto Sans JP"/>
                <a:cs typeface="Noto Sans JP"/>
                <a:sym typeface="Noto Sans JP"/>
              </a:rPr>
              <a:t>Works</a:t>
            </a:r>
            <a:r>
              <a:rPr b="1" lang="ja" sz="1600">
                <a:solidFill>
                  <a:schemeClr val="accent1"/>
                </a:solidFill>
                <a:latin typeface="Noto Sans JP"/>
                <a:ea typeface="Noto Sans JP"/>
                <a:cs typeface="Noto Sans JP"/>
                <a:sym typeface="Noto Sans JP"/>
              </a:rPr>
              <a:t> </a:t>
            </a:r>
            <a:endParaRPr b="1" sz="1600">
              <a:solidFill>
                <a:schemeClr val="accent1"/>
              </a:solidFill>
              <a:latin typeface="Noto Sans JP"/>
              <a:ea typeface="Noto Sans JP"/>
              <a:cs typeface="Noto Sans JP"/>
              <a:sym typeface="Noto Sans JP"/>
            </a:endParaRPr>
          </a:p>
        </p:txBody>
      </p:sp>
      <p:sp>
        <p:nvSpPr>
          <p:cNvPr id="236" name="Google Shape;236;p22"/>
          <p:cNvSpPr txBox="1"/>
          <p:nvPr/>
        </p:nvSpPr>
        <p:spPr>
          <a:xfrm>
            <a:off x="3798450" y="3211579"/>
            <a:ext cx="2279700" cy="455700"/>
          </a:xfrm>
          <a:prstGeom prst="rect">
            <a:avLst/>
          </a:prstGeom>
          <a:noFill/>
          <a:ln>
            <a:noFill/>
          </a:ln>
        </p:spPr>
        <p:txBody>
          <a:bodyPr anchorCtr="0" anchor="t" bIns="0" lIns="0" spcFirstLastPara="1" rIns="0" wrap="square" tIns="0">
            <a:spAutoFit/>
          </a:bodyPr>
          <a:lstStyle/>
          <a:p>
            <a:pPr indent="0" lvl="0" marL="0" rtl="0" algn="l">
              <a:lnSpc>
                <a:spcPct val="135000"/>
              </a:lnSpc>
              <a:spcBef>
                <a:spcPts val="0"/>
              </a:spcBef>
              <a:spcAft>
                <a:spcPts val="0"/>
              </a:spcAft>
              <a:buNone/>
            </a:pPr>
            <a:r>
              <a:rPr lang="ja" sz="800">
                <a:solidFill>
                  <a:srgbClr val="4D4D4D"/>
                </a:solidFill>
                <a:latin typeface="Zen Kaku Gothic New Medium"/>
                <a:ea typeface="Zen Kaku Gothic New Medium"/>
                <a:cs typeface="Zen Kaku Gothic New Medium"/>
                <a:sym typeface="Zen Kaku Gothic New Medium"/>
              </a:rPr>
              <a:t>大手物流企業の機械学習を用いたルート及び荷物積載の最適化を狙うリプレイス案件においてその効果検証のフェーズから実運用までをリード</a:t>
            </a:r>
            <a:endParaRPr sz="800">
              <a:solidFill>
                <a:srgbClr val="4D4D4D"/>
              </a:solidFill>
              <a:latin typeface="Zen Kaku Gothic New Medium"/>
              <a:ea typeface="Zen Kaku Gothic New Medium"/>
              <a:cs typeface="Zen Kaku Gothic New Medium"/>
              <a:sym typeface="Zen Kaku Gothic New Medium"/>
            </a:endParaRPr>
          </a:p>
        </p:txBody>
      </p:sp>
      <p:sp>
        <p:nvSpPr>
          <p:cNvPr id="237" name="Google Shape;237;p22"/>
          <p:cNvSpPr txBox="1"/>
          <p:nvPr/>
        </p:nvSpPr>
        <p:spPr>
          <a:xfrm>
            <a:off x="3805909" y="2739175"/>
            <a:ext cx="2279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rgbClr val="333333"/>
                </a:solidFill>
                <a:latin typeface="Zen Kaku Gothic New"/>
                <a:ea typeface="Zen Kaku Gothic New"/>
                <a:cs typeface="Zen Kaku Gothic New"/>
                <a:sym typeface="Zen Kaku Gothic New"/>
              </a:rPr>
              <a:t>大手物流システムリプレイス</a:t>
            </a:r>
            <a:endParaRPr b="1" sz="1100">
              <a:solidFill>
                <a:srgbClr val="333333"/>
              </a:solidFill>
              <a:latin typeface="Zen Kaku Gothic New"/>
              <a:ea typeface="Zen Kaku Gothic New"/>
              <a:cs typeface="Zen Kaku Gothic New"/>
              <a:sym typeface="Zen Kaku Gothic New"/>
            </a:endParaRPr>
          </a:p>
        </p:txBody>
      </p:sp>
      <p:sp>
        <p:nvSpPr>
          <p:cNvPr id="238" name="Google Shape;238;p22"/>
          <p:cNvSpPr txBox="1"/>
          <p:nvPr/>
        </p:nvSpPr>
        <p:spPr>
          <a:xfrm>
            <a:off x="6351738" y="3211584"/>
            <a:ext cx="2235900" cy="123000"/>
          </a:xfrm>
          <a:prstGeom prst="rect">
            <a:avLst/>
          </a:prstGeom>
          <a:noFill/>
          <a:ln>
            <a:noFill/>
          </a:ln>
        </p:spPr>
        <p:txBody>
          <a:bodyPr anchorCtr="0" anchor="t" bIns="0" lIns="0" spcFirstLastPara="1" rIns="0" wrap="square" tIns="0">
            <a:spAutoFit/>
          </a:bodyPr>
          <a:lstStyle/>
          <a:p>
            <a:pPr indent="0" lvl="0" marL="0" rtl="0" algn="l">
              <a:lnSpc>
                <a:spcPct val="135000"/>
              </a:lnSpc>
              <a:spcBef>
                <a:spcPts val="0"/>
              </a:spcBef>
              <a:spcAft>
                <a:spcPts val="0"/>
              </a:spcAft>
              <a:buNone/>
            </a:pPr>
            <a:r>
              <a:rPr lang="ja" sz="800">
                <a:solidFill>
                  <a:srgbClr val="4D4D4D"/>
                </a:solidFill>
                <a:latin typeface="Zen Kaku Gothic New Medium"/>
                <a:ea typeface="Zen Kaku Gothic New Medium"/>
                <a:cs typeface="Zen Kaku Gothic New Medium"/>
                <a:sym typeface="Zen Kaku Gothic New Medium"/>
              </a:rPr>
              <a:t>Work2_text</a:t>
            </a:r>
            <a:endParaRPr sz="800">
              <a:solidFill>
                <a:srgbClr val="4D4D4D"/>
              </a:solidFill>
            </a:endParaRPr>
          </a:p>
        </p:txBody>
      </p:sp>
      <p:sp>
        <p:nvSpPr>
          <p:cNvPr id="239" name="Google Shape;239;p22"/>
          <p:cNvSpPr txBox="1"/>
          <p:nvPr/>
        </p:nvSpPr>
        <p:spPr>
          <a:xfrm>
            <a:off x="6359073" y="2739177"/>
            <a:ext cx="2235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rgbClr val="333333"/>
                </a:solidFill>
                <a:latin typeface="Zen Kaku Gothic New"/>
                <a:ea typeface="Zen Kaku Gothic New"/>
                <a:cs typeface="Zen Kaku Gothic New"/>
                <a:sym typeface="Zen Kaku Gothic New"/>
              </a:rPr>
              <a:t>works2_title</a:t>
            </a:r>
            <a:endParaRPr b="1" sz="1100">
              <a:solidFill>
                <a:srgbClr val="333333"/>
              </a:solidFill>
              <a:latin typeface="Zen Kaku Gothic New"/>
              <a:ea typeface="Zen Kaku Gothic New"/>
              <a:cs typeface="Zen Kaku Gothic New"/>
              <a:sym typeface="Zen Kaku Gothic New"/>
            </a:endParaRPr>
          </a:p>
        </p:txBody>
      </p:sp>
      <p:sp>
        <p:nvSpPr>
          <p:cNvPr id="240" name="Google Shape;240;p22"/>
          <p:cNvSpPr txBox="1"/>
          <p:nvPr/>
        </p:nvSpPr>
        <p:spPr>
          <a:xfrm>
            <a:off x="6359011" y="2978206"/>
            <a:ext cx="2226900" cy="13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850">
                <a:solidFill>
                  <a:srgbClr val="999999"/>
                </a:solidFill>
                <a:latin typeface="Zen Kaku Gothic New"/>
                <a:ea typeface="Zen Kaku Gothic New"/>
                <a:cs typeface="Zen Kaku Gothic New"/>
                <a:sym typeface="Zen Kaku Gothic New"/>
              </a:rPr>
              <a:t>Field2_name</a:t>
            </a:r>
            <a:endParaRPr b="1" sz="850">
              <a:solidFill>
                <a:srgbClr val="999999"/>
              </a:solidFill>
              <a:latin typeface="Zen Kaku Gothic New"/>
              <a:ea typeface="Zen Kaku Gothic New"/>
              <a:cs typeface="Zen Kaku Gothic New"/>
              <a:sym typeface="Zen Kaku Gothic New"/>
            </a:endParaRPr>
          </a:p>
        </p:txBody>
      </p:sp>
      <p:sp>
        <p:nvSpPr>
          <p:cNvPr id="241" name="Google Shape;241;p22"/>
          <p:cNvSpPr txBox="1"/>
          <p:nvPr/>
        </p:nvSpPr>
        <p:spPr>
          <a:xfrm>
            <a:off x="3798450" y="2978203"/>
            <a:ext cx="2279700" cy="13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50">
                <a:solidFill>
                  <a:srgbClr val="999999"/>
                </a:solidFill>
                <a:latin typeface="Zen Kaku Gothic New"/>
                <a:ea typeface="Zen Kaku Gothic New"/>
                <a:cs typeface="Zen Kaku Gothic New"/>
                <a:sym typeface="Zen Kaku Gothic New"/>
              </a:rPr>
              <a:t>ロジスティクス</a:t>
            </a:r>
            <a:endParaRPr b="1" sz="850">
              <a:solidFill>
                <a:srgbClr val="999999"/>
              </a:solidFill>
              <a:latin typeface="Zen Kaku Gothic New"/>
              <a:ea typeface="Zen Kaku Gothic New"/>
              <a:cs typeface="Zen Kaku Gothic New"/>
              <a:sym typeface="Zen Kaku Gothic New"/>
            </a:endParaRPr>
          </a:p>
        </p:txBody>
      </p:sp>
      <p:sp>
        <p:nvSpPr>
          <p:cNvPr id="242" name="Google Shape;242;p22"/>
          <p:cNvSpPr txBox="1"/>
          <p:nvPr/>
        </p:nvSpPr>
        <p:spPr>
          <a:xfrm>
            <a:off x="547125" y="3178635"/>
            <a:ext cx="2121600" cy="354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2300">
                <a:solidFill>
                  <a:srgbClr val="4D4D4D"/>
                </a:solidFill>
                <a:latin typeface="Zen Kaku Gothic New"/>
                <a:ea typeface="Zen Kaku Gothic New"/>
                <a:cs typeface="Zen Kaku Gothic New"/>
                <a:sym typeface="Zen Kaku Gothic New"/>
              </a:rPr>
              <a:t>宮城 慧</a:t>
            </a:r>
            <a:endParaRPr b="1" sz="2300">
              <a:solidFill>
                <a:srgbClr val="333333"/>
              </a:solidFill>
              <a:latin typeface="Zen Kaku Gothic New"/>
              <a:ea typeface="Zen Kaku Gothic New"/>
              <a:cs typeface="Zen Kaku Gothic New"/>
              <a:sym typeface="Zen Kaku Gothic New"/>
            </a:endParaRPr>
          </a:p>
        </p:txBody>
      </p:sp>
      <p:sp>
        <p:nvSpPr>
          <p:cNvPr id="243" name="Google Shape;243;p22"/>
          <p:cNvSpPr txBox="1"/>
          <p:nvPr/>
        </p:nvSpPr>
        <p:spPr>
          <a:xfrm>
            <a:off x="547128" y="3569221"/>
            <a:ext cx="2121600" cy="184800"/>
          </a:xfrm>
          <a:prstGeom prst="rect">
            <a:avLst/>
          </a:prstGeom>
          <a:noFill/>
          <a:ln>
            <a:noFill/>
          </a:ln>
        </p:spPr>
        <p:txBody>
          <a:bodyPr anchorCtr="0" anchor="t" bIns="0" lIns="0" spcFirstLastPara="1" rIns="0" wrap="square" tIns="0">
            <a:spAutoFit/>
          </a:bodyPr>
          <a:lstStyle/>
          <a:p>
            <a:pPr indent="0" lvl="0" marL="0" rtl="0" algn="l">
              <a:lnSpc>
                <a:spcPct val="165000"/>
              </a:lnSpc>
              <a:spcBef>
                <a:spcPts val="0"/>
              </a:spcBef>
              <a:spcAft>
                <a:spcPts val="0"/>
              </a:spcAft>
              <a:buNone/>
            </a:pPr>
            <a:r>
              <a:rPr lang="ja" sz="1200">
                <a:solidFill>
                  <a:srgbClr val="A3A9AC"/>
                </a:solidFill>
                <a:latin typeface="Zen Kaku Gothic New Medium"/>
                <a:ea typeface="Zen Kaku Gothic New Medium"/>
                <a:cs typeface="Zen Kaku Gothic New Medium"/>
                <a:sym typeface="Zen Kaku Gothic New Medium"/>
              </a:rPr>
              <a:t>Miyagi Satoshi</a:t>
            </a:r>
            <a:endParaRPr sz="1200">
              <a:solidFill>
                <a:srgbClr val="A3A9AC"/>
              </a:solidFill>
              <a:latin typeface="Zen Kaku Gothic New Medium"/>
              <a:ea typeface="Zen Kaku Gothic New Medium"/>
              <a:cs typeface="Zen Kaku Gothic New Medium"/>
              <a:sym typeface="Zen Kaku Gothic New Medium"/>
            </a:endParaRPr>
          </a:p>
        </p:txBody>
      </p:sp>
      <p:sp>
        <p:nvSpPr>
          <p:cNvPr id="244" name="Google Shape;244;p22"/>
          <p:cNvSpPr txBox="1"/>
          <p:nvPr/>
        </p:nvSpPr>
        <p:spPr>
          <a:xfrm>
            <a:off x="547129" y="2681524"/>
            <a:ext cx="2121600" cy="153900"/>
          </a:xfrm>
          <a:prstGeom prst="rect">
            <a:avLst/>
          </a:prstGeom>
          <a:noFill/>
          <a:ln>
            <a:noFill/>
          </a:ln>
        </p:spPr>
        <p:txBody>
          <a:bodyPr anchorCtr="0" anchor="t" bIns="0" lIns="0" spcFirstLastPara="1" rIns="0" wrap="square" tIns="0">
            <a:spAutoFit/>
          </a:bodyPr>
          <a:lstStyle/>
          <a:p>
            <a:pPr indent="0" lvl="0" marL="0" rtl="0" algn="l">
              <a:lnSpc>
                <a:spcPct val="165000"/>
              </a:lnSpc>
              <a:spcBef>
                <a:spcPts val="0"/>
              </a:spcBef>
              <a:spcAft>
                <a:spcPts val="0"/>
              </a:spcAft>
              <a:buNone/>
            </a:pPr>
            <a:r>
              <a:rPr b="1" lang="ja" sz="1000">
                <a:solidFill>
                  <a:srgbClr val="434343"/>
                </a:solidFill>
                <a:latin typeface="Zen Kaku Gothic New"/>
                <a:ea typeface="Zen Kaku Gothic New"/>
                <a:cs typeface="Zen Kaku Gothic New"/>
                <a:sym typeface="Zen Kaku Gothic New"/>
              </a:rPr>
              <a:t>Project Manager</a:t>
            </a:r>
            <a:endParaRPr b="1" sz="1000">
              <a:solidFill>
                <a:srgbClr val="434343"/>
              </a:solidFill>
              <a:latin typeface="Zen Kaku Gothic New"/>
              <a:ea typeface="Zen Kaku Gothic New"/>
              <a:cs typeface="Zen Kaku Gothic New"/>
              <a:sym typeface="Zen Kaku Gothic New"/>
            </a:endParaRPr>
          </a:p>
        </p:txBody>
      </p:sp>
      <p:sp>
        <p:nvSpPr>
          <p:cNvPr id="245" name="Google Shape;245;p22"/>
          <p:cNvSpPr txBox="1"/>
          <p:nvPr/>
        </p:nvSpPr>
        <p:spPr>
          <a:xfrm>
            <a:off x="547125" y="2843866"/>
            <a:ext cx="28605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Creative &amp; Engineering / PMP4</a:t>
            </a:r>
            <a:endParaRPr sz="900">
              <a:solidFill>
                <a:srgbClr val="000000"/>
              </a:solidFill>
              <a:latin typeface="Zen Kaku Gothic New Medium"/>
              <a:ea typeface="Zen Kaku Gothic New Medium"/>
              <a:cs typeface="Zen Kaku Gothic New Medium"/>
              <a:sym typeface="Zen Kaku Gothic New Medium"/>
            </a:endParaRPr>
          </a:p>
        </p:txBody>
      </p:sp>
      <p:sp>
        <p:nvSpPr>
          <p:cNvPr id="246" name="Google Shape;246;p22"/>
          <p:cNvSpPr txBox="1"/>
          <p:nvPr/>
        </p:nvSpPr>
        <p:spPr>
          <a:xfrm>
            <a:off x="547125" y="3011241"/>
            <a:ext cx="28605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Oracle Gold（取得資格・タイトル）</a:t>
            </a:r>
            <a:endParaRPr sz="900">
              <a:solidFill>
                <a:srgbClr val="000000"/>
              </a:solidFill>
              <a:latin typeface="Zen Kaku Gothic New Medium"/>
              <a:ea typeface="Zen Kaku Gothic New Medium"/>
              <a:cs typeface="Zen Kaku Gothic New Medium"/>
              <a:sym typeface="Zen Kaku Gothic New Medium"/>
            </a:endParaRPr>
          </a:p>
        </p:txBody>
      </p:sp>
      <p:sp>
        <p:nvSpPr>
          <p:cNvPr id="247" name="Google Shape;247;p22"/>
          <p:cNvSpPr txBox="1"/>
          <p:nvPr/>
        </p:nvSpPr>
        <p:spPr>
          <a:xfrm>
            <a:off x="34325" y="28775"/>
            <a:ext cx="5127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rgbClr val="F8F8F8"/>
                </a:solidFill>
              </a:rPr>
              <a:t>ID: </a:t>
            </a:r>
            <a:endParaRPr sz="1000">
              <a:solidFill>
                <a:srgbClr val="F8F8F8"/>
              </a:solidFill>
            </a:endParaRPr>
          </a:p>
        </p:txBody>
      </p:sp>
      <p:pic>
        <p:nvPicPr>
          <p:cNvPr id="248" name="Google Shape;248;p22"/>
          <p:cNvPicPr preferRelativeResize="0"/>
          <p:nvPr/>
        </p:nvPicPr>
        <p:blipFill rotWithShape="1">
          <a:blip r:embed="rId3">
            <a:alphaModFix/>
          </a:blip>
          <a:srcRect b="0" l="0" r="0" t="0"/>
          <a:stretch/>
        </p:blipFill>
        <p:spPr>
          <a:xfrm>
            <a:off x="547125" y="715723"/>
            <a:ext cx="2473500" cy="1855200"/>
          </a:xfrm>
          <a:prstGeom prst="roundRect">
            <a:avLst>
              <a:gd fmla="val 4954" name="adj"/>
            </a:avLst>
          </a:prstGeom>
          <a:noFill/>
          <a:ln>
            <a:noFill/>
          </a:ln>
        </p:spPr>
      </p:pic>
      <p:sp>
        <p:nvSpPr>
          <p:cNvPr id="249" name="Google Shape;249;p22"/>
          <p:cNvSpPr/>
          <p:nvPr/>
        </p:nvSpPr>
        <p:spPr>
          <a:xfrm>
            <a:off x="6531925" y="400875"/>
            <a:ext cx="1044000" cy="270000"/>
          </a:xfrm>
          <a:prstGeom prst="roundRect">
            <a:avLst>
              <a:gd fmla="val 10413"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chemeClr val="accent1"/>
                </a:solidFill>
                <a:latin typeface="Zen Kaku Gothic New"/>
                <a:ea typeface="Zen Kaku Gothic New"/>
                <a:cs typeface="Zen Kaku Gothic New"/>
                <a:sym typeface="Zen Kaku Gothic New"/>
              </a:rPr>
              <a:t>Key Member</a:t>
            </a:r>
            <a:endParaRPr b="1" sz="1100">
              <a:solidFill>
                <a:schemeClr val="accent1"/>
              </a:solidFill>
              <a:latin typeface="Zen Kaku Gothic New"/>
              <a:ea typeface="Zen Kaku Gothic New"/>
              <a:cs typeface="Zen Kaku Gothic New"/>
              <a:sym typeface="Zen Kaku Gothic New"/>
            </a:endParaRPr>
          </a:p>
        </p:txBody>
      </p:sp>
      <p:sp>
        <p:nvSpPr>
          <p:cNvPr id="250" name="Google Shape;250;p22"/>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Members introduction</a:t>
            </a:r>
            <a:endParaRPr/>
          </a:p>
        </p:txBody>
      </p:sp>
      <p:sp>
        <p:nvSpPr>
          <p:cNvPr id="251" name="Google Shape;251;p22"/>
          <p:cNvSpPr/>
          <p:nvPr/>
        </p:nvSpPr>
        <p:spPr>
          <a:xfrm>
            <a:off x="7650000" y="400875"/>
            <a:ext cx="1044000" cy="2700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Sun Asterisk</a:t>
            </a:r>
            <a:endParaRPr b="1" sz="11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3"/>
          <p:cNvSpPr txBox="1"/>
          <p:nvPr>
            <p:ph type="title"/>
          </p:nvPr>
        </p:nvSpPr>
        <p:spPr>
          <a:xfrm>
            <a:off x="1188000" y="1800000"/>
            <a:ext cx="8520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a:t>Member Introduction</a:t>
            </a:r>
            <a:endParaRPr/>
          </a:p>
        </p:txBody>
      </p:sp>
      <p:sp>
        <p:nvSpPr>
          <p:cNvPr id="257" name="Google Shape;257;p23"/>
          <p:cNvSpPr txBox="1"/>
          <p:nvPr/>
        </p:nvSpPr>
        <p:spPr>
          <a:xfrm>
            <a:off x="1188000" y="2430741"/>
            <a:ext cx="2830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600">
                <a:solidFill>
                  <a:schemeClr val="lt1"/>
                </a:solidFill>
                <a:latin typeface="Noto Sans JP"/>
                <a:ea typeface="Noto Sans JP"/>
                <a:cs typeface="Noto Sans JP"/>
                <a:sym typeface="Noto Sans JP"/>
              </a:rPr>
              <a:t>{Client Company}</a:t>
            </a:r>
            <a:endParaRPr sz="16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1" name="Shape 261"/>
        <p:cNvGrpSpPr/>
        <p:nvPr/>
      </p:nvGrpSpPr>
      <p:grpSpPr>
        <a:xfrm>
          <a:off x="0" y="0"/>
          <a:ext cx="0" cy="0"/>
          <a:chOff x="0" y="0"/>
          <a:chExt cx="0" cy="0"/>
        </a:xfrm>
      </p:grpSpPr>
      <p:sp>
        <p:nvSpPr>
          <p:cNvPr id="262" name="Google Shape;262;p24"/>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Member Introduction</a:t>
            </a:r>
            <a:endParaRPr b="1"/>
          </a:p>
        </p:txBody>
      </p:sp>
      <p:sp>
        <p:nvSpPr>
          <p:cNvPr id="263" name="Google Shape;263;p24"/>
          <p:cNvSpPr txBox="1"/>
          <p:nvPr>
            <p:ph idx="1" type="subTitle"/>
          </p:nvPr>
        </p:nvSpPr>
        <p:spPr>
          <a:xfrm>
            <a:off x="194921" y="98646"/>
            <a:ext cx="8280000" cy="232200"/>
          </a:xfrm>
          <a:prstGeom prst="rect">
            <a:avLst/>
          </a:prstGeom>
          <a:ln>
            <a:noFill/>
          </a:ln>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Members introduction</a:t>
            </a:r>
            <a:endParaRPr>
              <a:solidFill>
                <a:schemeClr val="accent1"/>
              </a:solidFill>
            </a:endParaRPr>
          </a:p>
        </p:txBody>
      </p:sp>
      <p:sp>
        <p:nvSpPr>
          <p:cNvPr id="264" name="Google Shape;264;p24"/>
          <p:cNvSpPr/>
          <p:nvPr/>
        </p:nvSpPr>
        <p:spPr>
          <a:xfrm>
            <a:off x="7422900" y="400875"/>
            <a:ext cx="1271100" cy="270000"/>
          </a:xfrm>
          <a:prstGeom prst="roundRect">
            <a:avLst>
              <a:gd fmla="val 104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[Client Company]</a:t>
            </a:r>
            <a:endParaRPr b="1" sz="1100">
              <a:solidFill>
                <a:srgbClr val="FFFFFF"/>
              </a:solidFill>
              <a:latin typeface="Zen Kaku Gothic New"/>
              <a:ea typeface="Zen Kaku Gothic New"/>
              <a:cs typeface="Zen Kaku Gothic New"/>
              <a:sym typeface="Zen Kaku Gothic New"/>
            </a:endParaRPr>
          </a:p>
        </p:txBody>
      </p:sp>
      <p:sp>
        <p:nvSpPr>
          <p:cNvPr id="265" name="Google Shape;265;p24"/>
          <p:cNvSpPr/>
          <p:nvPr/>
        </p:nvSpPr>
        <p:spPr>
          <a:xfrm>
            <a:off x="25437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4"/>
          <p:cNvPicPr preferRelativeResize="0"/>
          <p:nvPr/>
        </p:nvPicPr>
        <p:blipFill rotWithShape="1">
          <a:blip r:embed="rId3">
            <a:alphaModFix/>
          </a:blip>
          <a:srcRect b="2732" l="0" r="0" t="2732"/>
          <a:stretch/>
        </p:blipFill>
        <p:spPr>
          <a:xfrm>
            <a:off x="2707652" y="1082675"/>
            <a:ext cx="1635000" cy="1159200"/>
          </a:xfrm>
          <a:prstGeom prst="roundRect">
            <a:avLst>
              <a:gd fmla="val 4525" name="adj"/>
            </a:avLst>
          </a:prstGeom>
          <a:noFill/>
          <a:ln>
            <a:noFill/>
          </a:ln>
        </p:spPr>
      </p:pic>
      <p:sp>
        <p:nvSpPr>
          <p:cNvPr id="267" name="Google Shape;267;p24"/>
          <p:cNvSpPr/>
          <p:nvPr/>
        </p:nvSpPr>
        <p:spPr>
          <a:xfrm>
            <a:off x="46374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4"/>
          <p:cNvSpPr/>
          <p:nvPr/>
        </p:nvSpPr>
        <p:spPr>
          <a:xfrm>
            <a:off x="6731101"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9" name="Google Shape;269;p24"/>
          <p:cNvPicPr preferRelativeResize="0"/>
          <p:nvPr/>
        </p:nvPicPr>
        <p:blipFill rotWithShape="1">
          <a:blip r:embed="rId3">
            <a:alphaModFix/>
          </a:blip>
          <a:srcRect b="2732" l="0" r="0" t="2732"/>
          <a:stretch/>
        </p:blipFill>
        <p:spPr>
          <a:xfrm>
            <a:off x="4801352" y="1082675"/>
            <a:ext cx="1635000" cy="1159200"/>
          </a:xfrm>
          <a:prstGeom prst="roundRect">
            <a:avLst>
              <a:gd fmla="val 4525" name="adj"/>
            </a:avLst>
          </a:prstGeom>
          <a:noFill/>
          <a:ln>
            <a:noFill/>
          </a:ln>
        </p:spPr>
      </p:pic>
      <p:pic>
        <p:nvPicPr>
          <p:cNvPr id="270" name="Google Shape;270;p24"/>
          <p:cNvPicPr preferRelativeResize="0"/>
          <p:nvPr/>
        </p:nvPicPr>
        <p:blipFill rotWithShape="1">
          <a:blip r:embed="rId3">
            <a:alphaModFix/>
          </a:blip>
          <a:srcRect b="2732" l="0" r="0" t="2732"/>
          <a:stretch/>
        </p:blipFill>
        <p:spPr>
          <a:xfrm>
            <a:off x="6895052" y="1082675"/>
            <a:ext cx="1635000" cy="1159200"/>
          </a:xfrm>
          <a:prstGeom prst="roundRect">
            <a:avLst>
              <a:gd fmla="val 4525" name="adj"/>
            </a:avLst>
          </a:prstGeom>
          <a:noFill/>
          <a:ln>
            <a:noFill/>
          </a:ln>
        </p:spPr>
      </p:pic>
      <p:sp>
        <p:nvSpPr>
          <p:cNvPr id="271" name="Google Shape;271;p24"/>
          <p:cNvSpPr txBox="1"/>
          <p:nvPr/>
        </p:nvSpPr>
        <p:spPr>
          <a:xfrm>
            <a:off x="270970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72" name="Google Shape;272;p24"/>
          <p:cNvSpPr txBox="1"/>
          <p:nvPr/>
        </p:nvSpPr>
        <p:spPr>
          <a:xfrm>
            <a:off x="270970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73" name="Google Shape;273;p24"/>
          <p:cNvSpPr txBox="1"/>
          <p:nvPr/>
        </p:nvSpPr>
        <p:spPr>
          <a:xfrm>
            <a:off x="270970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74" name="Google Shape;274;p24"/>
          <p:cNvSpPr txBox="1"/>
          <p:nvPr/>
        </p:nvSpPr>
        <p:spPr>
          <a:xfrm>
            <a:off x="270560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
        <p:nvSpPr>
          <p:cNvPr id="275" name="Google Shape;275;p24"/>
          <p:cNvSpPr txBox="1"/>
          <p:nvPr/>
        </p:nvSpPr>
        <p:spPr>
          <a:xfrm>
            <a:off x="480340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76" name="Google Shape;276;p24"/>
          <p:cNvSpPr txBox="1"/>
          <p:nvPr/>
        </p:nvSpPr>
        <p:spPr>
          <a:xfrm>
            <a:off x="480340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77" name="Google Shape;277;p24"/>
          <p:cNvSpPr txBox="1"/>
          <p:nvPr/>
        </p:nvSpPr>
        <p:spPr>
          <a:xfrm>
            <a:off x="480340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78" name="Google Shape;278;p24"/>
          <p:cNvSpPr txBox="1"/>
          <p:nvPr/>
        </p:nvSpPr>
        <p:spPr>
          <a:xfrm>
            <a:off x="479930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
        <p:nvSpPr>
          <p:cNvPr id="279" name="Google Shape;279;p24"/>
          <p:cNvSpPr txBox="1"/>
          <p:nvPr/>
        </p:nvSpPr>
        <p:spPr>
          <a:xfrm>
            <a:off x="689710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80" name="Google Shape;280;p24"/>
          <p:cNvSpPr txBox="1"/>
          <p:nvPr/>
        </p:nvSpPr>
        <p:spPr>
          <a:xfrm>
            <a:off x="689710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81" name="Google Shape;281;p24"/>
          <p:cNvSpPr txBox="1"/>
          <p:nvPr/>
        </p:nvSpPr>
        <p:spPr>
          <a:xfrm>
            <a:off x="689710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82" name="Google Shape;282;p24"/>
          <p:cNvSpPr txBox="1"/>
          <p:nvPr/>
        </p:nvSpPr>
        <p:spPr>
          <a:xfrm>
            <a:off x="689300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
        <p:nvSpPr>
          <p:cNvPr id="283" name="Google Shape;283;p24"/>
          <p:cNvSpPr/>
          <p:nvPr/>
        </p:nvSpPr>
        <p:spPr>
          <a:xfrm>
            <a:off x="4500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4" name="Google Shape;284;p24"/>
          <p:cNvPicPr preferRelativeResize="0"/>
          <p:nvPr/>
        </p:nvPicPr>
        <p:blipFill rotWithShape="1">
          <a:blip r:embed="rId3">
            <a:alphaModFix/>
          </a:blip>
          <a:srcRect b="2732" l="0" r="0" t="2732"/>
          <a:stretch/>
        </p:blipFill>
        <p:spPr>
          <a:xfrm>
            <a:off x="618050" y="1082675"/>
            <a:ext cx="1635000" cy="1159200"/>
          </a:xfrm>
          <a:prstGeom prst="roundRect">
            <a:avLst>
              <a:gd fmla="val 4525" name="adj"/>
            </a:avLst>
          </a:prstGeom>
          <a:noFill/>
          <a:ln>
            <a:noFill/>
          </a:ln>
        </p:spPr>
      </p:pic>
      <p:sp>
        <p:nvSpPr>
          <p:cNvPr id="285" name="Google Shape;285;p24"/>
          <p:cNvSpPr txBox="1"/>
          <p:nvPr/>
        </p:nvSpPr>
        <p:spPr>
          <a:xfrm>
            <a:off x="6180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86" name="Google Shape;286;p24"/>
          <p:cNvSpPr txBox="1"/>
          <p:nvPr/>
        </p:nvSpPr>
        <p:spPr>
          <a:xfrm>
            <a:off x="61805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87" name="Google Shape;287;p24"/>
          <p:cNvSpPr txBox="1"/>
          <p:nvPr/>
        </p:nvSpPr>
        <p:spPr>
          <a:xfrm>
            <a:off x="6180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88" name="Google Shape;288;p24"/>
          <p:cNvSpPr txBox="1"/>
          <p:nvPr/>
        </p:nvSpPr>
        <p:spPr>
          <a:xfrm>
            <a:off x="61395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5"/>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Background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6"/>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The business environment surrounding the project</a:t>
            </a:r>
            <a:endParaRPr/>
          </a:p>
        </p:txBody>
      </p:sp>
      <p:sp>
        <p:nvSpPr>
          <p:cNvPr id="299" name="Google Shape;299;p26"/>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Background  ｜ </a:t>
            </a:r>
            <a:r>
              <a:rPr b="0" lang="ja"/>
              <a:t> </a:t>
            </a:r>
            <a:r>
              <a:rPr lang="ja">
                <a:solidFill>
                  <a:schemeClr val="accent1"/>
                </a:solidFill>
              </a:rPr>
              <a:t>The business environment surrounding the project</a:t>
            </a:r>
            <a:endParaRPr/>
          </a:p>
        </p:txBody>
      </p:sp>
      <p:sp>
        <p:nvSpPr>
          <p:cNvPr id="300" name="Google Shape;300;p26"/>
          <p:cNvSpPr/>
          <p:nvPr/>
        </p:nvSpPr>
        <p:spPr>
          <a:xfrm>
            <a:off x="450000" y="1089838"/>
            <a:ext cx="8280000" cy="1001700"/>
          </a:xfrm>
          <a:prstGeom prst="roundRect">
            <a:avLst>
              <a:gd fmla="val 82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We have been providing services using the old system for the past three years.</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Last year, the company updated to a new system, but was unable to retain existing users and is in a state of shrinkage</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We want to make changes to create synergies for this service by acquiring affiliated companies.</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Data that can be used for machine learning is being accumulated</a:t>
            </a:r>
            <a:endParaRPr sz="1000">
              <a:solidFill>
                <a:schemeClr val="dk1"/>
              </a:solidFill>
              <a:latin typeface="Noto Sans JP"/>
              <a:ea typeface="Noto Sans JP"/>
              <a:cs typeface="Noto Sans JP"/>
              <a:sym typeface="Noto Sans JP"/>
            </a:endParaRPr>
          </a:p>
        </p:txBody>
      </p:sp>
      <p:sp>
        <p:nvSpPr>
          <p:cNvPr id="301" name="Google Shape;301;p26"/>
          <p:cNvSpPr/>
          <p:nvPr/>
        </p:nvSpPr>
        <p:spPr>
          <a:xfrm>
            <a:off x="450000" y="2585199"/>
            <a:ext cx="8280000" cy="824100"/>
          </a:xfrm>
          <a:prstGeom prst="roundRect">
            <a:avLst>
              <a:gd fmla="val 12001"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Providing educational content for younger audiences</a:t>
            </a:r>
            <a:endParaRPr sz="1000">
              <a:solidFill>
                <a:schemeClr val="dk1"/>
              </a:solidFill>
              <a:latin typeface="Noto Sans JP"/>
              <a:ea typeface="Noto Sans JP"/>
              <a:cs typeface="Noto Sans JP"/>
              <a:sym typeface="Noto Sans JP"/>
            </a:endParaRPr>
          </a:p>
          <a:p>
            <a:pPr indent="-153500" lvl="0" marL="2250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Test correction by online teachers</a:t>
            </a:r>
            <a:endParaRPr sz="1000">
              <a:solidFill>
                <a:schemeClr val="dk1"/>
              </a:solidFill>
              <a:latin typeface="Noto Sans JP"/>
              <a:ea typeface="Noto Sans JP"/>
              <a:cs typeface="Noto Sans JP"/>
              <a:sym typeface="Noto Sans JP"/>
            </a:endParaRPr>
          </a:p>
          <a:p>
            <a:pPr indent="0" lvl="0" marL="0" rtl="0" algn="l">
              <a:lnSpc>
                <a:spcPct val="125000"/>
              </a:lnSpc>
              <a:spcBef>
                <a:spcPts val="0"/>
              </a:spcBef>
              <a:spcAft>
                <a:spcPts val="0"/>
              </a:spcAft>
              <a:buNone/>
            </a:pPr>
            <a:r>
              <a:t/>
            </a:r>
            <a:endParaRPr sz="1000">
              <a:solidFill>
                <a:schemeClr val="dk1"/>
              </a:solidFill>
              <a:latin typeface="Noto Sans JP"/>
              <a:ea typeface="Noto Sans JP"/>
              <a:cs typeface="Noto Sans JP"/>
              <a:sym typeface="Noto Sans JP"/>
            </a:endParaRPr>
          </a:p>
        </p:txBody>
      </p:sp>
      <p:sp>
        <p:nvSpPr>
          <p:cNvPr id="302" name="Google Shape;302;p26"/>
          <p:cNvSpPr/>
          <p:nvPr/>
        </p:nvSpPr>
        <p:spPr>
          <a:xfrm>
            <a:off x="450000" y="3905950"/>
            <a:ext cx="8280000" cy="633000"/>
          </a:xfrm>
          <a:prstGeom prst="roundRect">
            <a:avLst>
              <a:gd fmla="val 1307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marR="0" rtl="0" algn="l">
              <a:lnSpc>
                <a:spcPct val="11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The company currently with the second largest market share is growing its services.</a:t>
            </a:r>
            <a:endParaRPr sz="1000">
              <a:solidFill>
                <a:schemeClr val="dk1"/>
              </a:solidFill>
              <a:latin typeface="Noto Sans JP"/>
              <a:ea typeface="Noto Sans JP"/>
              <a:cs typeface="Noto Sans JP"/>
              <a:sym typeface="Noto Sans JP"/>
            </a:endParaRPr>
          </a:p>
          <a:p>
            <a:pPr indent="-153500" lvl="0" marL="225000" rtl="0" algn="l">
              <a:lnSpc>
                <a:spcPct val="11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There is a possibility that the handling of personal information will change in the countries where we operate, and we will be required to expand our services.</a:t>
            </a:r>
            <a:endParaRPr sz="1000">
              <a:solidFill>
                <a:schemeClr val="dk1"/>
              </a:solidFill>
              <a:latin typeface="Noto Sans JP"/>
              <a:ea typeface="Noto Sans JP"/>
              <a:cs typeface="Noto Sans JP"/>
              <a:sym typeface="Noto Sans JP"/>
            </a:endParaRPr>
          </a:p>
        </p:txBody>
      </p:sp>
      <p:sp>
        <p:nvSpPr>
          <p:cNvPr id="303" name="Google Shape;303;p26"/>
          <p:cNvSpPr txBox="1"/>
          <p:nvPr>
            <p:ph type="title"/>
          </p:nvPr>
        </p:nvSpPr>
        <p:spPr>
          <a:xfrm>
            <a:off x="450000" y="772375"/>
            <a:ext cx="82800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lang="ja" sz="1100"/>
              <a:t>Company's status regarding the project</a:t>
            </a:r>
            <a:endParaRPr b="1" sz="1100">
              <a:latin typeface="Noto Sans JP"/>
              <a:ea typeface="Noto Sans JP"/>
              <a:cs typeface="Noto Sans JP"/>
              <a:sym typeface="Noto Sans JP"/>
            </a:endParaRPr>
          </a:p>
        </p:txBody>
      </p:sp>
      <p:sp>
        <p:nvSpPr>
          <p:cNvPr id="304" name="Google Shape;304;p26"/>
          <p:cNvSpPr txBox="1"/>
          <p:nvPr>
            <p:ph type="title"/>
          </p:nvPr>
        </p:nvSpPr>
        <p:spPr>
          <a:xfrm>
            <a:off x="450000" y="2287837"/>
            <a:ext cx="82800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lang="ja" sz="1100"/>
              <a:t>What existing services were able to do</a:t>
            </a:r>
            <a:endParaRPr b="1" sz="1100">
              <a:latin typeface="Noto Sans JP"/>
              <a:ea typeface="Noto Sans JP"/>
              <a:cs typeface="Noto Sans JP"/>
              <a:sym typeface="Noto Sans JP"/>
            </a:endParaRPr>
          </a:p>
        </p:txBody>
      </p:sp>
      <p:sp>
        <p:nvSpPr>
          <p:cNvPr id="305" name="Google Shape;305;p26"/>
          <p:cNvSpPr txBox="1"/>
          <p:nvPr>
            <p:ph type="title"/>
          </p:nvPr>
        </p:nvSpPr>
        <p:spPr>
          <a:xfrm>
            <a:off x="450000" y="3588487"/>
            <a:ext cx="82800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lang="ja" sz="1100"/>
              <a:t>Competition and market conditions</a:t>
            </a:r>
            <a:endParaRPr b="1" sz="1100">
              <a:latin typeface="Noto Sans JP"/>
              <a:ea typeface="Noto Sans JP"/>
              <a:cs typeface="Noto Sans JP"/>
              <a:sym typeface="Noto Sans JP"/>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7"/>
          <p:cNvSpPr/>
          <p:nvPr/>
        </p:nvSpPr>
        <p:spPr>
          <a:xfrm>
            <a:off x="450000" y="2585200"/>
            <a:ext cx="4011600" cy="1938000"/>
          </a:xfrm>
          <a:prstGeom prst="roundRect">
            <a:avLst>
              <a:gd fmla="val 593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P</a:t>
            </a:r>
            <a:r>
              <a:rPr lang="ja" sz="1000">
                <a:solidFill>
                  <a:schemeClr val="dk1"/>
                </a:solidFill>
                <a:latin typeface="Noto Sans JP"/>
                <a:ea typeface="Noto Sans JP"/>
                <a:cs typeface="Noto Sans JP"/>
                <a:sym typeface="Noto Sans JP"/>
              </a:rPr>
              <a:t>roviding educational content for younger audiences</a:t>
            </a:r>
            <a:endParaRPr sz="1000">
              <a:solidFill>
                <a:schemeClr val="lt1"/>
              </a:solidFill>
              <a:latin typeface="Noto Sans JP"/>
              <a:ea typeface="Noto Sans JP"/>
              <a:cs typeface="Noto Sans JP"/>
              <a:sym typeface="Noto Sans JP"/>
            </a:endParaRPr>
          </a:p>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dk1"/>
                </a:solidFill>
                <a:latin typeface="Noto Sans JP"/>
                <a:ea typeface="Noto Sans JP"/>
                <a:cs typeface="Noto Sans JP"/>
                <a:sym typeface="Noto Sans JP"/>
              </a:rPr>
              <a:t>Test correction by online teachers</a:t>
            </a:r>
            <a:endParaRPr sz="1000">
              <a:solidFill>
                <a:schemeClr val="lt1"/>
              </a:solidFill>
              <a:latin typeface="Noto Sans JP"/>
              <a:ea typeface="Noto Sans JP"/>
              <a:cs typeface="Noto Sans JP"/>
              <a:sym typeface="Noto Sans JP"/>
            </a:endParaRPr>
          </a:p>
          <a:p>
            <a:pPr indent="0" lvl="0" marL="0" rtl="0" algn="l">
              <a:lnSpc>
                <a:spcPct val="125000"/>
              </a:lnSpc>
              <a:spcBef>
                <a:spcPts val="0"/>
              </a:spcBef>
              <a:spcAft>
                <a:spcPts val="0"/>
              </a:spcAft>
              <a:buNone/>
            </a:pPr>
            <a:r>
              <a:t/>
            </a:r>
            <a:endParaRPr sz="1000">
              <a:solidFill>
                <a:schemeClr val="lt1"/>
              </a:solidFill>
              <a:latin typeface="Noto Sans JP"/>
              <a:ea typeface="Noto Sans JP"/>
              <a:cs typeface="Noto Sans JP"/>
              <a:sym typeface="Noto Sans JP"/>
            </a:endParaRPr>
          </a:p>
        </p:txBody>
      </p:sp>
      <p:sp>
        <p:nvSpPr>
          <p:cNvPr id="311" name="Google Shape;311;p27"/>
          <p:cNvSpPr txBox="1"/>
          <p:nvPr>
            <p:ph type="title"/>
          </p:nvPr>
        </p:nvSpPr>
        <p:spPr>
          <a:xfrm>
            <a:off x="431997"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The business environment surrounding the project</a:t>
            </a:r>
            <a:endParaRPr/>
          </a:p>
        </p:txBody>
      </p:sp>
      <p:sp>
        <p:nvSpPr>
          <p:cNvPr id="312" name="Google Shape;312;p27"/>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Background  ｜ </a:t>
            </a:r>
            <a:r>
              <a:rPr b="0" lang="ja">
                <a:solidFill>
                  <a:srgbClr val="999999"/>
                </a:solidFill>
              </a:rPr>
              <a:t> </a:t>
            </a:r>
            <a:r>
              <a:rPr lang="ja">
                <a:solidFill>
                  <a:schemeClr val="accent1"/>
                </a:solidFill>
              </a:rPr>
              <a:t>The business environment surrounding the project</a:t>
            </a:r>
            <a:endParaRPr>
              <a:solidFill>
                <a:schemeClr val="accent1"/>
              </a:solidFill>
            </a:endParaRPr>
          </a:p>
        </p:txBody>
      </p:sp>
      <p:sp>
        <p:nvSpPr>
          <p:cNvPr id="313" name="Google Shape;313;p27"/>
          <p:cNvSpPr txBox="1"/>
          <p:nvPr>
            <p:ph type="title"/>
          </p:nvPr>
        </p:nvSpPr>
        <p:spPr>
          <a:xfrm>
            <a:off x="450000" y="847738"/>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Clr>
                <a:schemeClr val="dk1"/>
              </a:buClr>
              <a:buSzPts val="1100"/>
              <a:buFont typeface="Arial"/>
              <a:buNone/>
            </a:pPr>
            <a:r>
              <a:rPr lang="ja" sz="1100"/>
              <a:t>Company's status regarding the project</a:t>
            </a:r>
            <a:endParaRPr b="1" sz="1100">
              <a:latin typeface="Noto Sans JP"/>
              <a:ea typeface="Noto Sans JP"/>
              <a:cs typeface="Noto Sans JP"/>
              <a:sym typeface="Noto Sans JP"/>
            </a:endParaRPr>
          </a:p>
        </p:txBody>
      </p:sp>
      <p:sp>
        <p:nvSpPr>
          <p:cNvPr id="314" name="Google Shape;314;p27"/>
          <p:cNvSpPr/>
          <p:nvPr/>
        </p:nvSpPr>
        <p:spPr>
          <a:xfrm>
            <a:off x="4688100" y="2585200"/>
            <a:ext cx="4011600" cy="1938000"/>
          </a:xfrm>
          <a:prstGeom prst="roundRect">
            <a:avLst>
              <a:gd fmla="val 593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dk1"/>
                </a:solidFill>
                <a:latin typeface="Noto Sans JP"/>
                <a:ea typeface="Noto Sans JP"/>
                <a:cs typeface="Noto Sans JP"/>
                <a:sym typeface="Noto Sans JP"/>
              </a:rPr>
              <a:t>The company currently with the second largest market share is growing its services.</a:t>
            </a:r>
            <a:endParaRPr sz="1000">
              <a:solidFill>
                <a:schemeClr val="lt1"/>
              </a:solidFill>
              <a:latin typeface="Noto Sans JP"/>
              <a:ea typeface="Noto Sans JP"/>
              <a:cs typeface="Noto Sans JP"/>
              <a:sym typeface="Noto Sans JP"/>
            </a:endParaRPr>
          </a:p>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dk1"/>
                </a:solidFill>
                <a:latin typeface="Noto Sans JP"/>
                <a:ea typeface="Noto Sans JP"/>
                <a:cs typeface="Noto Sans JP"/>
                <a:sym typeface="Noto Sans JP"/>
              </a:rPr>
              <a:t>There is a possibility that the handling of personal information will change in the countries where we operate, and we will be required to expand our services.</a:t>
            </a:r>
            <a:endParaRPr sz="1000">
              <a:solidFill>
                <a:schemeClr val="lt1"/>
              </a:solidFill>
              <a:latin typeface="Noto Sans JP"/>
              <a:ea typeface="Noto Sans JP"/>
              <a:cs typeface="Noto Sans JP"/>
              <a:sym typeface="Noto Sans JP"/>
            </a:endParaRPr>
          </a:p>
          <a:p>
            <a:pPr indent="0" lvl="0" marL="0" rtl="0" algn="l">
              <a:lnSpc>
                <a:spcPct val="125000"/>
              </a:lnSpc>
              <a:spcBef>
                <a:spcPts val="0"/>
              </a:spcBef>
              <a:spcAft>
                <a:spcPts val="0"/>
              </a:spcAft>
              <a:buNone/>
            </a:pPr>
            <a:r>
              <a:t/>
            </a:r>
            <a:endParaRPr sz="1000">
              <a:solidFill>
                <a:schemeClr val="lt1"/>
              </a:solidFill>
              <a:latin typeface="Noto Sans JP"/>
              <a:ea typeface="Noto Sans JP"/>
              <a:cs typeface="Noto Sans JP"/>
              <a:sym typeface="Noto Sans JP"/>
            </a:endParaRPr>
          </a:p>
        </p:txBody>
      </p:sp>
      <p:sp>
        <p:nvSpPr>
          <p:cNvPr id="315" name="Google Shape;315;p27"/>
          <p:cNvSpPr txBox="1"/>
          <p:nvPr>
            <p:ph type="title"/>
          </p:nvPr>
        </p:nvSpPr>
        <p:spPr>
          <a:xfrm>
            <a:off x="450000" y="2287825"/>
            <a:ext cx="39672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Clr>
                <a:schemeClr val="dk1"/>
              </a:buClr>
              <a:buSzPts val="1100"/>
              <a:buFont typeface="Arial"/>
              <a:buNone/>
            </a:pPr>
            <a:r>
              <a:rPr lang="ja" sz="1100"/>
              <a:t>What existing services were able to do</a:t>
            </a:r>
            <a:endParaRPr b="1" sz="1100">
              <a:latin typeface="Noto Sans JP"/>
              <a:ea typeface="Noto Sans JP"/>
              <a:cs typeface="Noto Sans JP"/>
              <a:sym typeface="Noto Sans JP"/>
            </a:endParaRPr>
          </a:p>
        </p:txBody>
      </p:sp>
      <p:sp>
        <p:nvSpPr>
          <p:cNvPr id="316" name="Google Shape;316;p27"/>
          <p:cNvSpPr txBox="1"/>
          <p:nvPr>
            <p:ph type="title"/>
          </p:nvPr>
        </p:nvSpPr>
        <p:spPr>
          <a:xfrm>
            <a:off x="4710300" y="2287825"/>
            <a:ext cx="39672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lang="ja" sz="1100"/>
              <a:t>Competition and market conditions</a:t>
            </a:r>
            <a:endParaRPr sz="1100"/>
          </a:p>
        </p:txBody>
      </p:sp>
      <p:sp>
        <p:nvSpPr>
          <p:cNvPr id="317" name="Google Shape;317;p27"/>
          <p:cNvSpPr/>
          <p:nvPr/>
        </p:nvSpPr>
        <p:spPr>
          <a:xfrm>
            <a:off x="450000" y="1089838"/>
            <a:ext cx="8280000" cy="1001700"/>
          </a:xfrm>
          <a:prstGeom prst="roundRect">
            <a:avLst>
              <a:gd fmla="val 82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We have been providing services using the old system for the past three years.</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Last year, the company updated to a new system, but was unable to retain existing users and is in a state of shrinkage</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We want to make changes to create synergies for this service by acquiring affiliated companies.</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Data that can be used for machine learning is being accumulated</a:t>
            </a:r>
            <a:endParaRPr sz="1000">
              <a:solidFill>
                <a:schemeClr val="dk1"/>
              </a:solidFill>
              <a:latin typeface="Noto Sans JP"/>
              <a:ea typeface="Noto Sans JP"/>
              <a:cs typeface="Noto Sans JP"/>
              <a:sym typeface="Noto Sans JP"/>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8"/>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Goal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326" name="Shape 326"/>
        <p:cNvGrpSpPr/>
        <p:nvPr/>
      </p:nvGrpSpPr>
      <p:grpSpPr>
        <a:xfrm>
          <a:off x="0" y="0"/>
          <a:ext cx="0" cy="0"/>
          <a:chOff x="0" y="0"/>
          <a:chExt cx="0" cy="0"/>
        </a:xfrm>
      </p:grpSpPr>
      <p:sp>
        <p:nvSpPr>
          <p:cNvPr id="327" name="Google Shape;327;p29"/>
          <p:cNvSpPr txBox="1"/>
          <p:nvPr/>
        </p:nvSpPr>
        <p:spPr>
          <a:xfrm>
            <a:off x="790400" y="2343900"/>
            <a:ext cx="3297000" cy="64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3000">
                <a:solidFill>
                  <a:schemeClr val="accent1"/>
                </a:solidFill>
                <a:latin typeface="Zen Kaku Gothic New Black"/>
                <a:ea typeface="Zen Kaku Gothic New Black"/>
                <a:cs typeface="Zen Kaku Gothic New Black"/>
                <a:sym typeface="Zen Kaku Gothic New Black"/>
              </a:rPr>
              <a:t>Onion</a:t>
            </a:r>
            <a:endParaRPr sz="3000">
              <a:solidFill>
                <a:schemeClr val="accent1"/>
              </a:solidFill>
              <a:latin typeface="Zen Kaku Gothic New Black"/>
              <a:ea typeface="Zen Kaku Gothic New Black"/>
              <a:cs typeface="Zen Kaku Gothic New Black"/>
              <a:sym typeface="Zen Kaku Gothic New Black"/>
            </a:endParaRPr>
          </a:p>
        </p:txBody>
      </p:sp>
      <p:sp>
        <p:nvSpPr>
          <p:cNvPr id="328" name="Google Shape;328;p29"/>
          <p:cNvSpPr txBox="1"/>
          <p:nvPr/>
        </p:nvSpPr>
        <p:spPr>
          <a:xfrm>
            <a:off x="4968500" y="2066850"/>
            <a:ext cx="3677400" cy="147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ja" sz="1200">
                <a:solidFill>
                  <a:schemeClr val="lt1"/>
                </a:solidFill>
                <a:latin typeface="Noto Sans JP"/>
                <a:ea typeface="Noto Sans JP"/>
                <a:cs typeface="Noto Sans JP"/>
                <a:sym typeface="Noto Sans JP"/>
              </a:rPr>
              <a:t>By providing Onion, we aim to provide all children with equal opportunities to increase their future options through services and to eliminate educational disparities caused by child poverty.</a:t>
            </a:r>
            <a:endParaRPr b="1" sz="1200">
              <a:solidFill>
                <a:schemeClr val="lt1"/>
              </a:solidFill>
              <a:latin typeface="Noto Sans JP"/>
              <a:ea typeface="Noto Sans JP"/>
              <a:cs typeface="Noto Sans JP"/>
              <a:sym typeface="Noto Sans JP"/>
            </a:endParaRPr>
          </a:p>
        </p:txBody>
      </p:sp>
      <p:sp>
        <p:nvSpPr>
          <p:cNvPr id="329" name="Google Shape;329;p29"/>
          <p:cNvSpPr txBox="1"/>
          <p:nvPr/>
        </p:nvSpPr>
        <p:spPr>
          <a:xfrm>
            <a:off x="4968500" y="1682250"/>
            <a:ext cx="8034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200">
                <a:solidFill>
                  <a:schemeClr val="accent1"/>
                </a:solidFill>
                <a:latin typeface="Zen Kaku Gothic New"/>
                <a:ea typeface="Zen Kaku Gothic New"/>
                <a:cs typeface="Zen Kaku Gothic New"/>
                <a:sym typeface="Zen Kaku Gothic New"/>
              </a:rPr>
              <a:t>Vision</a:t>
            </a:r>
            <a:endParaRPr b="1" sz="1200">
              <a:solidFill>
                <a:schemeClr val="accent1"/>
              </a:solidFill>
              <a:latin typeface="Zen Kaku Gothic New"/>
              <a:ea typeface="Zen Kaku Gothic New"/>
              <a:cs typeface="Zen Kaku Gothic New"/>
              <a:sym typeface="Zen Kaku Gothic New"/>
            </a:endParaRPr>
          </a:p>
        </p:txBody>
      </p:sp>
      <p:sp>
        <p:nvSpPr>
          <p:cNvPr id="330" name="Google Shape;330;p29"/>
          <p:cNvSpPr txBox="1"/>
          <p:nvPr/>
        </p:nvSpPr>
        <p:spPr>
          <a:xfrm>
            <a:off x="790425" y="2099600"/>
            <a:ext cx="3297000" cy="38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chemeClr val="lt1"/>
                </a:solidFill>
                <a:latin typeface="Noto Sans JP"/>
                <a:ea typeface="Noto Sans JP"/>
                <a:cs typeface="Noto Sans JP"/>
                <a:sym typeface="Noto Sans JP"/>
              </a:rPr>
              <a:t>Educational Support Services</a:t>
            </a:r>
            <a:endParaRPr sz="1200">
              <a:solidFill>
                <a:schemeClr val="lt1"/>
              </a:solidFill>
              <a:latin typeface="Noto Sans JP"/>
              <a:ea typeface="Noto Sans JP"/>
              <a:cs typeface="Noto Sans JP"/>
              <a:sym typeface="Noto Sans JP"/>
            </a:endParaRPr>
          </a:p>
        </p:txBody>
      </p:sp>
      <p:sp>
        <p:nvSpPr>
          <p:cNvPr id="331" name="Google Shape;331;p29"/>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Goal  ｜ </a:t>
            </a:r>
            <a:r>
              <a:rPr b="0" lang="ja"/>
              <a:t> </a:t>
            </a:r>
            <a:r>
              <a:rPr lang="ja">
                <a:solidFill>
                  <a:schemeClr val="accent1"/>
                </a:solidFill>
              </a:rPr>
              <a:t>The project’s accomplishes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0"/>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Milestone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524100" y="923175"/>
            <a:ext cx="2565000" cy="3688800"/>
          </a:xfrm>
          <a:prstGeom prst="roundRect">
            <a:avLst>
              <a:gd fmla="val 2406"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31"/>
          <p:cNvSpPr txBox="1"/>
          <p:nvPr/>
        </p:nvSpPr>
        <p:spPr>
          <a:xfrm>
            <a:off x="704175" y="11369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Number of contracts</a:t>
            </a:r>
            <a:endParaRPr b="1">
              <a:solidFill>
                <a:schemeClr val="lt1"/>
              </a:solidFill>
              <a:latin typeface="Noto Sans JP"/>
              <a:ea typeface="Noto Sans JP"/>
              <a:cs typeface="Noto Sans JP"/>
              <a:sym typeface="Noto Sans JP"/>
            </a:endParaRPr>
          </a:p>
        </p:txBody>
      </p:sp>
      <p:sp>
        <p:nvSpPr>
          <p:cNvPr id="343" name="Google Shape;343;p31"/>
          <p:cNvSpPr/>
          <p:nvPr/>
        </p:nvSpPr>
        <p:spPr>
          <a:xfrm>
            <a:off x="704175" y="2667625"/>
            <a:ext cx="601500" cy="2322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900">
                <a:solidFill>
                  <a:srgbClr val="434343"/>
                </a:solidFill>
                <a:latin typeface="Noto Sans JP"/>
                <a:ea typeface="Noto Sans JP"/>
                <a:cs typeface="Noto Sans JP"/>
                <a:sym typeface="Noto Sans JP"/>
              </a:rPr>
              <a:t>Urban</a:t>
            </a:r>
            <a:endParaRPr sz="900">
              <a:solidFill>
                <a:srgbClr val="434343"/>
              </a:solidFill>
              <a:latin typeface="Noto Sans JP"/>
              <a:ea typeface="Noto Sans JP"/>
              <a:cs typeface="Noto Sans JP"/>
              <a:sym typeface="Noto Sans JP"/>
            </a:endParaRPr>
          </a:p>
        </p:txBody>
      </p:sp>
      <p:cxnSp>
        <p:nvCxnSpPr>
          <p:cNvPr id="344" name="Google Shape;344;p31"/>
          <p:cNvCxnSpPr/>
          <p:nvPr/>
        </p:nvCxnSpPr>
        <p:spPr>
          <a:xfrm>
            <a:off x="698500" y="1571100"/>
            <a:ext cx="2201400" cy="0"/>
          </a:xfrm>
          <a:prstGeom prst="straightConnector1">
            <a:avLst/>
          </a:prstGeom>
          <a:noFill/>
          <a:ln cap="flat" cmpd="sng" w="9525">
            <a:solidFill>
              <a:srgbClr val="B7B7B7"/>
            </a:solidFill>
            <a:prstDash val="solid"/>
            <a:round/>
            <a:headEnd len="med" w="med" type="none"/>
            <a:tailEnd len="med" w="med" type="none"/>
          </a:ln>
        </p:spPr>
      </p:cxnSp>
      <p:sp>
        <p:nvSpPr>
          <p:cNvPr id="345" name="Google Shape;345;p31"/>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a:t>
            </a:r>
            <a:r>
              <a:rPr lang="ja"/>
              <a:t>  ｜ </a:t>
            </a:r>
            <a:r>
              <a:rPr b="0" lang="ja"/>
              <a:t> </a:t>
            </a:r>
            <a:r>
              <a:rPr lang="ja">
                <a:solidFill>
                  <a:schemeClr val="accent1"/>
                </a:solidFill>
              </a:rPr>
              <a:t>Project KPI</a:t>
            </a:r>
            <a:endParaRPr/>
          </a:p>
        </p:txBody>
      </p:sp>
      <p:sp>
        <p:nvSpPr>
          <p:cNvPr id="346" name="Google Shape;346;p31"/>
          <p:cNvSpPr txBox="1"/>
          <p:nvPr/>
        </p:nvSpPr>
        <p:spPr>
          <a:xfrm>
            <a:off x="704175" y="1972250"/>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10</a:t>
            </a:r>
            <a:r>
              <a:rPr b="1" lang="ja">
                <a:solidFill>
                  <a:schemeClr val="accent1"/>
                </a:solidFill>
                <a:latin typeface="Noto Sans JP"/>
                <a:ea typeface="Noto Sans JP"/>
                <a:cs typeface="Noto Sans JP"/>
                <a:sym typeface="Noto Sans JP"/>
              </a:rPr>
              <a:t> companies</a:t>
            </a:r>
            <a:endParaRPr b="1">
              <a:solidFill>
                <a:schemeClr val="accent1"/>
              </a:solidFill>
              <a:latin typeface="Noto Sans JP"/>
              <a:ea typeface="Noto Sans JP"/>
              <a:cs typeface="Noto Sans JP"/>
              <a:sym typeface="Noto Sans JP"/>
            </a:endParaRPr>
          </a:p>
        </p:txBody>
      </p:sp>
      <p:sp>
        <p:nvSpPr>
          <p:cNvPr id="347" name="Google Shape;347;p31"/>
          <p:cNvSpPr txBox="1"/>
          <p:nvPr/>
        </p:nvSpPr>
        <p:spPr>
          <a:xfrm>
            <a:off x="704175" y="17378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Corporation (School)</a:t>
            </a:r>
            <a:endParaRPr b="1" sz="1000">
              <a:solidFill>
                <a:schemeClr val="lt1"/>
              </a:solidFill>
              <a:latin typeface="Noto Sans JP"/>
              <a:ea typeface="Noto Sans JP"/>
              <a:cs typeface="Noto Sans JP"/>
              <a:sym typeface="Noto Sans JP"/>
            </a:endParaRPr>
          </a:p>
        </p:txBody>
      </p:sp>
      <p:sp>
        <p:nvSpPr>
          <p:cNvPr id="348" name="Google Shape;348;p31"/>
          <p:cNvSpPr/>
          <p:nvPr/>
        </p:nvSpPr>
        <p:spPr>
          <a:xfrm>
            <a:off x="1962506" y="2667625"/>
            <a:ext cx="512700" cy="2322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900">
                <a:solidFill>
                  <a:srgbClr val="434343"/>
                </a:solidFill>
                <a:latin typeface="Noto Sans JP"/>
                <a:ea typeface="Noto Sans JP"/>
                <a:cs typeface="Noto Sans JP"/>
                <a:sym typeface="Noto Sans JP"/>
              </a:rPr>
              <a:t>Other</a:t>
            </a:r>
            <a:endParaRPr sz="900">
              <a:solidFill>
                <a:srgbClr val="434343"/>
              </a:solidFill>
              <a:latin typeface="Noto Sans JP"/>
              <a:ea typeface="Noto Sans JP"/>
              <a:cs typeface="Noto Sans JP"/>
              <a:sym typeface="Noto Sans JP"/>
            </a:endParaRPr>
          </a:p>
        </p:txBody>
      </p:sp>
      <p:sp>
        <p:nvSpPr>
          <p:cNvPr id="349" name="Google Shape;349;p31"/>
          <p:cNvSpPr txBox="1"/>
          <p:nvPr/>
        </p:nvSpPr>
        <p:spPr>
          <a:xfrm>
            <a:off x="1305665" y="2670475"/>
            <a:ext cx="512700" cy="226500"/>
          </a:xfrm>
          <a:prstGeom prst="rect">
            <a:avLst/>
          </a:prstGeom>
          <a:noFill/>
          <a:ln>
            <a:noFill/>
          </a:ln>
        </p:spPr>
        <p:txBody>
          <a:bodyPr anchorCtr="0" anchor="t" bIns="36000" lIns="90000" spcFirstLastPara="1" rIns="90000" wrap="square" tIns="36000">
            <a:spAutoFit/>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7 </a:t>
            </a:r>
            <a:endParaRPr sz="1000">
              <a:solidFill>
                <a:schemeClr val="lt1"/>
              </a:solidFill>
              <a:latin typeface="Noto Sans JP"/>
              <a:ea typeface="Noto Sans JP"/>
              <a:cs typeface="Noto Sans JP"/>
              <a:sym typeface="Noto Sans JP"/>
            </a:endParaRPr>
          </a:p>
        </p:txBody>
      </p:sp>
      <p:sp>
        <p:nvSpPr>
          <p:cNvPr id="350" name="Google Shape;350;p31"/>
          <p:cNvSpPr txBox="1"/>
          <p:nvPr/>
        </p:nvSpPr>
        <p:spPr>
          <a:xfrm>
            <a:off x="2475185" y="2670475"/>
            <a:ext cx="430500" cy="226500"/>
          </a:xfrm>
          <a:prstGeom prst="rect">
            <a:avLst/>
          </a:prstGeom>
          <a:noFill/>
          <a:ln>
            <a:noFill/>
          </a:ln>
        </p:spPr>
        <p:txBody>
          <a:bodyPr anchorCtr="0" anchor="t" bIns="36000" lIns="90000" spcFirstLastPara="1" rIns="90000" wrap="square" tIns="36000">
            <a:spAutoFit/>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3</a:t>
            </a:r>
            <a:endParaRPr sz="1000">
              <a:solidFill>
                <a:schemeClr val="lt1"/>
              </a:solidFill>
              <a:latin typeface="Noto Sans JP"/>
              <a:ea typeface="Noto Sans JP"/>
              <a:cs typeface="Noto Sans JP"/>
              <a:sym typeface="Noto Sans JP"/>
            </a:endParaRPr>
          </a:p>
        </p:txBody>
      </p:sp>
      <p:sp>
        <p:nvSpPr>
          <p:cNvPr id="351" name="Google Shape;351;p31"/>
          <p:cNvSpPr/>
          <p:nvPr/>
        </p:nvSpPr>
        <p:spPr>
          <a:xfrm>
            <a:off x="3289500" y="9231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1"/>
          <p:cNvSpPr txBox="1"/>
          <p:nvPr/>
        </p:nvSpPr>
        <p:spPr>
          <a:xfrm>
            <a:off x="3469575" y="11369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3-month retention rate</a:t>
            </a:r>
            <a:endParaRPr b="1">
              <a:solidFill>
                <a:schemeClr val="lt1"/>
              </a:solidFill>
              <a:latin typeface="Noto Sans JP"/>
              <a:ea typeface="Noto Sans JP"/>
              <a:cs typeface="Noto Sans JP"/>
              <a:sym typeface="Noto Sans JP"/>
            </a:endParaRPr>
          </a:p>
        </p:txBody>
      </p:sp>
      <p:cxnSp>
        <p:nvCxnSpPr>
          <p:cNvPr id="353" name="Google Shape;353;p31"/>
          <p:cNvCxnSpPr/>
          <p:nvPr/>
        </p:nvCxnSpPr>
        <p:spPr>
          <a:xfrm>
            <a:off x="3463900" y="1571100"/>
            <a:ext cx="2201400" cy="0"/>
          </a:xfrm>
          <a:prstGeom prst="straightConnector1">
            <a:avLst/>
          </a:prstGeom>
          <a:noFill/>
          <a:ln cap="flat" cmpd="sng" w="9525">
            <a:solidFill>
              <a:srgbClr val="B7B7B7"/>
            </a:solidFill>
            <a:prstDash val="solid"/>
            <a:round/>
            <a:headEnd len="med" w="med" type="none"/>
            <a:tailEnd len="med" w="med" type="none"/>
          </a:ln>
        </p:spPr>
      </p:cxnSp>
      <p:sp>
        <p:nvSpPr>
          <p:cNvPr id="354" name="Google Shape;354;p31"/>
          <p:cNvSpPr txBox="1"/>
          <p:nvPr/>
        </p:nvSpPr>
        <p:spPr>
          <a:xfrm>
            <a:off x="3469575" y="1972250"/>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83</a:t>
            </a:r>
            <a:r>
              <a:rPr b="1" lang="ja">
                <a:solidFill>
                  <a:schemeClr val="accent1"/>
                </a:solidFill>
                <a:latin typeface="Noto Sans JP"/>
                <a:ea typeface="Noto Sans JP"/>
                <a:cs typeface="Noto Sans JP"/>
                <a:sym typeface="Noto Sans JP"/>
              </a:rPr>
              <a:t>%</a:t>
            </a:r>
            <a:endParaRPr b="1">
              <a:solidFill>
                <a:schemeClr val="accent1"/>
              </a:solidFill>
              <a:latin typeface="Noto Sans JP"/>
              <a:ea typeface="Noto Sans JP"/>
              <a:cs typeface="Noto Sans JP"/>
              <a:sym typeface="Noto Sans JP"/>
            </a:endParaRPr>
          </a:p>
        </p:txBody>
      </p:sp>
      <p:sp>
        <p:nvSpPr>
          <p:cNvPr id="355" name="Google Shape;355;p31"/>
          <p:cNvSpPr txBox="1"/>
          <p:nvPr/>
        </p:nvSpPr>
        <p:spPr>
          <a:xfrm>
            <a:off x="3469575" y="17378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Individual</a:t>
            </a:r>
            <a:endParaRPr b="1" sz="1000">
              <a:solidFill>
                <a:schemeClr val="lt1"/>
              </a:solidFill>
              <a:latin typeface="Noto Sans JP"/>
              <a:ea typeface="Noto Sans JP"/>
              <a:cs typeface="Noto Sans JP"/>
              <a:sym typeface="Noto Sans JP"/>
            </a:endParaRPr>
          </a:p>
        </p:txBody>
      </p:sp>
      <p:sp>
        <p:nvSpPr>
          <p:cNvPr id="356" name="Google Shape;356;p31"/>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Project KPI</a:t>
            </a:r>
            <a:endParaRPr/>
          </a:p>
        </p:txBody>
      </p:sp>
      <p:sp>
        <p:nvSpPr>
          <p:cNvPr id="357" name="Google Shape;357;p31"/>
          <p:cNvSpPr txBox="1"/>
          <p:nvPr/>
        </p:nvSpPr>
        <p:spPr>
          <a:xfrm>
            <a:off x="704175" y="3658175"/>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28</a:t>
            </a:r>
            <a:r>
              <a:rPr b="1" lang="ja">
                <a:solidFill>
                  <a:schemeClr val="accent1"/>
                </a:solidFill>
                <a:latin typeface="Noto Sans JP"/>
                <a:ea typeface="Noto Sans JP"/>
                <a:cs typeface="Noto Sans JP"/>
                <a:sym typeface="Noto Sans JP"/>
              </a:rPr>
              <a:t>件</a:t>
            </a:r>
            <a:endParaRPr b="1">
              <a:solidFill>
                <a:schemeClr val="accent1"/>
              </a:solidFill>
              <a:latin typeface="Noto Sans JP"/>
              <a:ea typeface="Noto Sans JP"/>
              <a:cs typeface="Noto Sans JP"/>
              <a:sym typeface="Noto Sans JP"/>
            </a:endParaRPr>
          </a:p>
        </p:txBody>
      </p:sp>
      <p:sp>
        <p:nvSpPr>
          <p:cNvPr id="358" name="Google Shape;358;p31"/>
          <p:cNvSpPr txBox="1"/>
          <p:nvPr/>
        </p:nvSpPr>
        <p:spPr>
          <a:xfrm>
            <a:off x="704175" y="3423725"/>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Clr>
                <a:schemeClr val="dk1"/>
              </a:buClr>
              <a:buSzPts val="1100"/>
              <a:buFont typeface="Arial"/>
              <a:buNone/>
            </a:pPr>
            <a:r>
              <a:rPr b="1" lang="ja" sz="1000">
                <a:solidFill>
                  <a:schemeClr val="lt1"/>
                </a:solidFill>
                <a:latin typeface="Noto Sans JP"/>
                <a:ea typeface="Noto Sans JP"/>
                <a:cs typeface="Noto Sans JP"/>
                <a:sym typeface="Noto Sans JP"/>
              </a:rPr>
              <a:t>Individual</a:t>
            </a:r>
            <a:endParaRPr b="1" sz="1000">
              <a:solidFill>
                <a:schemeClr val="lt1"/>
              </a:solidFill>
              <a:latin typeface="Noto Sans JP"/>
              <a:ea typeface="Noto Sans JP"/>
              <a:cs typeface="Noto Sans JP"/>
              <a:sym typeface="Noto Sans JP"/>
            </a:endParaRPr>
          </a:p>
        </p:txBody>
      </p:sp>
      <p:cxnSp>
        <p:nvCxnSpPr>
          <p:cNvPr id="359" name="Google Shape;359;p31"/>
          <p:cNvCxnSpPr/>
          <p:nvPr/>
        </p:nvCxnSpPr>
        <p:spPr>
          <a:xfrm>
            <a:off x="698500" y="3161775"/>
            <a:ext cx="2201400" cy="0"/>
          </a:xfrm>
          <a:prstGeom prst="straightConnector1">
            <a:avLst/>
          </a:prstGeom>
          <a:noFill/>
          <a:ln cap="flat" cmpd="sng" w="9525">
            <a:solidFill>
              <a:srgbClr val="B7B7B7"/>
            </a:solidFill>
            <a:prstDash val="dot"/>
            <a:round/>
            <a:headEnd len="med" w="med" type="none"/>
            <a:tailEnd len="med" w="med" type="none"/>
          </a:ln>
        </p:spPr>
      </p:cxnSp>
      <p:sp>
        <p:nvSpPr>
          <p:cNvPr id="360" name="Google Shape;360;p31"/>
          <p:cNvSpPr/>
          <p:nvPr/>
        </p:nvSpPr>
        <p:spPr>
          <a:xfrm>
            <a:off x="3289500" y="28584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 name="Google Shape;361;p31"/>
          <p:cNvSpPr txBox="1"/>
          <p:nvPr/>
        </p:nvSpPr>
        <p:spPr>
          <a:xfrm>
            <a:off x="3469575" y="30722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Churn Rate</a:t>
            </a:r>
            <a:endParaRPr b="1">
              <a:solidFill>
                <a:schemeClr val="lt1"/>
              </a:solidFill>
              <a:latin typeface="Noto Sans JP"/>
              <a:ea typeface="Noto Sans JP"/>
              <a:cs typeface="Noto Sans JP"/>
              <a:sym typeface="Noto Sans JP"/>
            </a:endParaRPr>
          </a:p>
        </p:txBody>
      </p:sp>
      <p:cxnSp>
        <p:nvCxnSpPr>
          <p:cNvPr id="362" name="Google Shape;362;p31"/>
          <p:cNvCxnSpPr/>
          <p:nvPr/>
        </p:nvCxnSpPr>
        <p:spPr>
          <a:xfrm>
            <a:off x="3463900" y="3506400"/>
            <a:ext cx="2201400" cy="0"/>
          </a:xfrm>
          <a:prstGeom prst="straightConnector1">
            <a:avLst/>
          </a:prstGeom>
          <a:noFill/>
          <a:ln cap="flat" cmpd="sng" w="9525">
            <a:solidFill>
              <a:srgbClr val="B7B7B7"/>
            </a:solidFill>
            <a:prstDash val="solid"/>
            <a:round/>
            <a:headEnd len="med" w="med" type="none"/>
            <a:tailEnd len="med" w="med" type="none"/>
          </a:ln>
        </p:spPr>
      </p:cxnSp>
      <p:sp>
        <p:nvSpPr>
          <p:cNvPr id="363" name="Google Shape;363;p31"/>
          <p:cNvSpPr txBox="1"/>
          <p:nvPr/>
        </p:nvSpPr>
        <p:spPr>
          <a:xfrm>
            <a:off x="3469575" y="3756125"/>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Clr>
                <a:schemeClr val="dk1"/>
              </a:buClr>
              <a:buSzPts val="1100"/>
              <a:buFont typeface="Arial"/>
              <a:buNone/>
            </a:pPr>
            <a:r>
              <a:rPr b="1" lang="ja" sz="3600">
                <a:solidFill>
                  <a:schemeClr val="accent1"/>
                </a:solidFill>
                <a:latin typeface="Noto Sans JP"/>
                <a:ea typeface="Noto Sans JP"/>
                <a:cs typeface="Noto Sans JP"/>
                <a:sym typeface="Noto Sans JP"/>
              </a:rPr>
              <a:t>1.0</a:t>
            </a:r>
            <a:r>
              <a:rPr b="1" lang="ja">
                <a:solidFill>
                  <a:schemeClr val="accent1"/>
                </a:solidFill>
                <a:latin typeface="Noto Sans JP"/>
                <a:ea typeface="Noto Sans JP"/>
                <a:cs typeface="Noto Sans JP"/>
                <a:sym typeface="Noto Sans JP"/>
              </a:rPr>
              <a:t>％</a:t>
            </a:r>
            <a:endParaRPr b="1">
              <a:solidFill>
                <a:schemeClr val="accent1"/>
              </a:solidFill>
              <a:latin typeface="Noto Sans JP"/>
              <a:ea typeface="Noto Sans JP"/>
              <a:cs typeface="Noto Sans JP"/>
              <a:sym typeface="Noto Sans JP"/>
            </a:endParaRPr>
          </a:p>
        </p:txBody>
      </p:sp>
      <p:sp>
        <p:nvSpPr>
          <p:cNvPr id="364" name="Google Shape;364;p31"/>
          <p:cNvSpPr txBox="1"/>
          <p:nvPr/>
        </p:nvSpPr>
        <p:spPr>
          <a:xfrm>
            <a:off x="3469575" y="35934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Paid plan contract-holders only</a:t>
            </a:r>
            <a:endParaRPr b="1" sz="1000">
              <a:solidFill>
                <a:schemeClr val="lt1"/>
              </a:solidFill>
              <a:latin typeface="Noto Sans JP"/>
              <a:ea typeface="Noto Sans JP"/>
              <a:cs typeface="Noto Sans JP"/>
              <a:sym typeface="Noto Sans JP"/>
            </a:endParaRPr>
          </a:p>
        </p:txBody>
      </p:sp>
      <p:sp>
        <p:nvSpPr>
          <p:cNvPr id="365" name="Google Shape;365;p31"/>
          <p:cNvSpPr/>
          <p:nvPr/>
        </p:nvSpPr>
        <p:spPr>
          <a:xfrm>
            <a:off x="6054900" y="9231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31"/>
          <p:cNvSpPr txBox="1"/>
          <p:nvPr/>
        </p:nvSpPr>
        <p:spPr>
          <a:xfrm>
            <a:off x="6234975" y="11369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[KPI...]</a:t>
            </a:r>
            <a:endParaRPr b="1">
              <a:solidFill>
                <a:schemeClr val="lt1"/>
              </a:solidFill>
              <a:latin typeface="Noto Sans JP"/>
              <a:ea typeface="Noto Sans JP"/>
              <a:cs typeface="Noto Sans JP"/>
              <a:sym typeface="Noto Sans JP"/>
            </a:endParaRPr>
          </a:p>
        </p:txBody>
      </p:sp>
      <p:cxnSp>
        <p:nvCxnSpPr>
          <p:cNvPr id="367" name="Google Shape;367;p31"/>
          <p:cNvCxnSpPr/>
          <p:nvPr/>
        </p:nvCxnSpPr>
        <p:spPr>
          <a:xfrm>
            <a:off x="6229300" y="1571100"/>
            <a:ext cx="2201400" cy="0"/>
          </a:xfrm>
          <a:prstGeom prst="straightConnector1">
            <a:avLst/>
          </a:prstGeom>
          <a:noFill/>
          <a:ln cap="flat" cmpd="sng" w="9525">
            <a:solidFill>
              <a:srgbClr val="B7B7B7"/>
            </a:solidFill>
            <a:prstDash val="solid"/>
            <a:round/>
            <a:headEnd len="med" w="med" type="none"/>
            <a:tailEnd len="med" w="med" type="none"/>
          </a:ln>
        </p:spPr>
      </p:cxnSp>
      <p:sp>
        <p:nvSpPr>
          <p:cNvPr id="368" name="Google Shape;368;p31"/>
          <p:cNvSpPr txBox="1"/>
          <p:nvPr/>
        </p:nvSpPr>
        <p:spPr>
          <a:xfrm>
            <a:off x="6234975" y="1972250"/>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Clr>
                <a:schemeClr val="dk1"/>
              </a:buClr>
              <a:buSzPts val="1100"/>
              <a:buFont typeface="Arial"/>
              <a:buNone/>
            </a:pPr>
            <a:r>
              <a:rPr b="1" lang="ja" sz="3600">
                <a:solidFill>
                  <a:schemeClr val="accent1"/>
                </a:solidFill>
                <a:latin typeface="Noto Sans JP"/>
                <a:ea typeface="Noto Sans JP"/>
                <a:cs typeface="Noto Sans JP"/>
                <a:sym typeface="Noto Sans JP"/>
              </a:rPr>
              <a:t>NN</a:t>
            </a:r>
            <a:r>
              <a:rPr b="1" lang="ja">
                <a:solidFill>
                  <a:schemeClr val="accent1"/>
                </a:solidFill>
                <a:latin typeface="Noto Sans JP"/>
                <a:ea typeface="Noto Sans JP"/>
                <a:cs typeface="Noto Sans JP"/>
                <a:sym typeface="Noto Sans JP"/>
              </a:rPr>
              <a:t>X</a:t>
            </a:r>
            <a:endParaRPr b="1">
              <a:solidFill>
                <a:schemeClr val="accent1"/>
              </a:solidFill>
              <a:latin typeface="Noto Sans JP"/>
              <a:ea typeface="Noto Sans JP"/>
              <a:cs typeface="Noto Sans JP"/>
              <a:sym typeface="Noto Sans JP"/>
            </a:endParaRPr>
          </a:p>
        </p:txBody>
      </p:sp>
      <p:sp>
        <p:nvSpPr>
          <p:cNvPr id="369" name="Google Shape;369;p31"/>
          <p:cNvSpPr txBox="1"/>
          <p:nvPr/>
        </p:nvSpPr>
        <p:spPr>
          <a:xfrm>
            <a:off x="6234975" y="17378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Type</a:t>
            </a:r>
            <a:endParaRPr b="1" sz="1000">
              <a:solidFill>
                <a:schemeClr val="lt1"/>
              </a:solidFill>
              <a:latin typeface="Noto Sans JP"/>
              <a:ea typeface="Noto Sans JP"/>
              <a:cs typeface="Noto Sans JP"/>
              <a:sym typeface="Noto Sans JP"/>
            </a:endParaRPr>
          </a:p>
        </p:txBody>
      </p:sp>
      <p:sp>
        <p:nvSpPr>
          <p:cNvPr id="370" name="Google Shape;370;p31"/>
          <p:cNvSpPr/>
          <p:nvPr/>
        </p:nvSpPr>
        <p:spPr>
          <a:xfrm>
            <a:off x="6054900" y="28584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31"/>
          <p:cNvSpPr txBox="1"/>
          <p:nvPr/>
        </p:nvSpPr>
        <p:spPr>
          <a:xfrm>
            <a:off x="6234975" y="30722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[KPI</a:t>
            </a:r>
            <a:r>
              <a:rPr b="1" lang="ja">
                <a:solidFill>
                  <a:schemeClr val="lt1"/>
                </a:solidFill>
                <a:latin typeface="Noto Sans JP"/>
                <a:ea typeface="Noto Sans JP"/>
                <a:cs typeface="Noto Sans JP"/>
                <a:sym typeface="Noto Sans JP"/>
              </a:rPr>
              <a:t>...</a:t>
            </a:r>
            <a:r>
              <a:rPr b="1" lang="ja">
                <a:solidFill>
                  <a:schemeClr val="lt1"/>
                </a:solidFill>
                <a:latin typeface="Noto Sans JP"/>
                <a:ea typeface="Noto Sans JP"/>
                <a:cs typeface="Noto Sans JP"/>
                <a:sym typeface="Noto Sans JP"/>
              </a:rPr>
              <a:t>]</a:t>
            </a:r>
            <a:endParaRPr b="1">
              <a:solidFill>
                <a:schemeClr val="lt1"/>
              </a:solidFill>
              <a:latin typeface="Noto Sans JP"/>
              <a:ea typeface="Noto Sans JP"/>
              <a:cs typeface="Noto Sans JP"/>
              <a:sym typeface="Noto Sans JP"/>
            </a:endParaRPr>
          </a:p>
        </p:txBody>
      </p:sp>
      <p:cxnSp>
        <p:nvCxnSpPr>
          <p:cNvPr id="372" name="Google Shape;372;p31"/>
          <p:cNvCxnSpPr/>
          <p:nvPr/>
        </p:nvCxnSpPr>
        <p:spPr>
          <a:xfrm>
            <a:off x="6229300" y="3506400"/>
            <a:ext cx="2201400" cy="0"/>
          </a:xfrm>
          <a:prstGeom prst="straightConnector1">
            <a:avLst/>
          </a:prstGeom>
          <a:noFill/>
          <a:ln cap="flat" cmpd="sng" w="9525">
            <a:solidFill>
              <a:srgbClr val="B7B7B7"/>
            </a:solidFill>
            <a:prstDash val="solid"/>
            <a:round/>
            <a:headEnd len="med" w="med" type="none"/>
            <a:tailEnd len="med" w="med" type="none"/>
          </a:ln>
        </p:spPr>
      </p:cxnSp>
      <p:sp>
        <p:nvSpPr>
          <p:cNvPr id="373" name="Google Shape;373;p31"/>
          <p:cNvSpPr txBox="1"/>
          <p:nvPr/>
        </p:nvSpPr>
        <p:spPr>
          <a:xfrm>
            <a:off x="6234975" y="3756125"/>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NN</a:t>
            </a:r>
            <a:r>
              <a:rPr b="1" lang="ja">
                <a:solidFill>
                  <a:schemeClr val="accent1"/>
                </a:solidFill>
                <a:latin typeface="Noto Sans JP"/>
                <a:ea typeface="Noto Sans JP"/>
                <a:cs typeface="Noto Sans JP"/>
                <a:sym typeface="Noto Sans JP"/>
              </a:rPr>
              <a:t>X</a:t>
            </a:r>
            <a:endParaRPr b="1">
              <a:solidFill>
                <a:schemeClr val="accent1"/>
              </a:solidFill>
              <a:latin typeface="Noto Sans JP"/>
              <a:ea typeface="Noto Sans JP"/>
              <a:cs typeface="Noto Sans JP"/>
              <a:sym typeface="Noto Sans JP"/>
            </a:endParaRPr>
          </a:p>
        </p:txBody>
      </p:sp>
      <p:sp>
        <p:nvSpPr>
          <p:cNvPr id="374" name="Google Shape;374;p31"/>
          <p:cNvSpPr txBox="1"/>
          <p:nvPr/>
        </p:nvSpPr>
        <p:spPr>
          <a:xfrm>
            <a:off x="3469575" y="4336125"/>
            <a:ext cx="2201400" cy="1959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lang="ja" sz="800">
                <a:solidFill>
                  <a:srgbClr val="999999"/>
                </a:solidFill>
                <a:latin typeface="Noto Sans JP"/>
                <a:ea typeface="Noto Sans JP"/>
                <a:cs typeface="Noto Sans JP"/>
                <a:sym typeface="Noto Sans JP"/>
              </a:rPr>
              <a:t>※ At the end of 4Q</a:t>
            </a:r>
            <a:endParaRPr sz="800">
              <a:solidFill>
                <a:srgbClr val="999999"/>
              </a:solidFill>
              <a:latin typeface="Noto Sans JP"/>
              <a:ea typeface="Noto Sans JP"/>
              <a:cs typeface="Noto Sans JP"/>
              <a:sym typeface="Noto Sans JP"/>
            </a:endParaRPr>
          </a:p>
        </p:txBody>
      </p:sp>
      <p:sp>
        <p:nvSpPr>
          <p:cNvPr id="375" name="Google Shape;375;p31"/>
          <p:cNvSpPr txBox="1"/>
          <p:nvPr/>
        </p:nvSpPr>
        <p:spPr>
          <a:xfrm>
            <a:off x="6229300" y="4336125"/>
            <a:ext cx="2201400" cy="1959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lang="ja" sz="800">
                <a:solidFill>
                  <a:srgbClr val="999999"/>
                </a:solidFill>
                <a:latin typeface="Noto Sans JP"/>
                <a:ea typeface="Noto Sans JP"/>
                <a:cs typeface="Noto Sans JP"/>
                <a:sym typeface="Noto Sans JP"/>
              </a:rPr>
              <a:t>※ Caption</a:t>
            </a:r>
            <a:endParaRPr sz="800">
              <a:solidFill>
                <a:srgbClr val="999999"/>
              </a:solidFill>
              <a:latin typeface="Noto Sans JP"/>
              <a:ea typeface="Noto Sans JP"/>
              <a:cs typeface="Noto Sans JP"/>
              <a:sym typeface="Noto Sans JP"/>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2"/>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Things to consider and </a:t>
            </a:r>
            <a:r>
              <a:rPr lang="ja"/>
              <a:t>Prerequisites for schedule</a:t>
            </a:r>
            <a:endParaRPr/>
          </a:p>
        </p:txBody>
      </p:sp>
      <p:sp>
        <p:nvSpPr>
          <p:cNvPr id="381" name="Google Shape;381;p32"/>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  ｜ </a:t>
            </a:r>
            <a:r>
              <a:rPr b="0" lang="ja"/>
              <a:t> </a:t>
            </a:r>
            <a:r>
              <a:rPr lang="ja">
                <a:solidFill>
                  <a:schemeClr val="accent1"/>
                </a:solidFill>
              </a:rPr>
              <a:t>Prerequisites and restrictions of Milestone</a:t>
            </a:r>
            <a:endParaRPr/>
          </a:p>
        </p:txBody>
      </p:sp>
      <p:sp>
        <p:nvSpPr>
          <p:cNvPr id="382" name="Google Shape;382;p32"/>
          <p:cNvSpPr/>
          <p:nvPr/>
        </p:nvSpPr>
        <p:spPr>
          <a:xfrm>
            <a:off x="450000" y="1097425"/>
            <a:ext cx="8280000" cy="860400"/>
          </a:xfrm>
          <a:prstGeom prst="roundRect">
            <a:avLst>
              <a:gd fmla="val 26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49899" lvl="0" marL="208799"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The current service's core middleware license will be renewed on 25/01</a:t>
            </a:r>
            <a:endParaRPr sz="1000">
              <a:solidFill>
                <a:schemeClr val="dk1"/>
              </a:solidFill>
              <a:latin typeface="Noto Sans JP"/>
              <a:ea typeface="Noto Sans JP"/>
              <a:cs typeface="Noto Sans JP"/>
              <a:sym typeface="Noto Sans JP"/>
            </a:endParaRPr>
          </a:p>
          <a:p>
            <a:pPr indent="-149899" lvl="0" marL="208799"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I</a:t>
            </a:r>
            <a:r>
              <a:rPr lang="ja" sz="1000">
                <a:solidFill>
                  <a:schemeClr val="dk1"/>
                </a:solidFill>
                <a:latin typeface="Noto Sans JP"/>
                <a:ea typeface="Noto Sans JP"/>
                <a:cs typeface="Noto Sans JP"/>
                <a:sym typeface="Noto Sans JP"/>
              </a:rPr>
              <a:t>t will cost 10 million yen for renewing.</a:t>
            </a:r>
            <a:endParaRPr sz="1000">
              <a:solidFill>
                <a:schemeClr val="dk1"/>
              </a:solidFill>
              <a:latin typeface="Noto Sans JP"/>
              <a:ea typeface="Noto Sans JP"/>
              <a:cs typeface="Noto Sans JP"/>
              <a:sym typeface="Noto Sans JP"/>
            </a:endParaRPr>
          </a:p>
          <a:p>
            <a:pPr indent="-149899" lvl="0" marL="208799"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The launch of the service within 2024 is a prerequisite for the parent company's approval.</a:t>
            </a:r>
            <a:endParaRPr sz="1000">
              <a:solidFill>
                <a:schemeClr val="dk1"/>
              </a:solidFill>
              <a:latin typeface="Noto Sans JP"/>
              <a:ea typeface="Noto Sans JP"/>
              <a:cs typeface="Noto Sans JP"/>
              <a:sym typeface="Noto Sans JP"/>
            </a:endParaRPr>
          </a:p>
        </p:txBody>
      </p:sp>
      <p:sp>
        <p:nvSpPr>
          <p:cNvPr id="383" name="Google Shape;383;p32"/>
          <p:cNvSpPr txBox="1"/>
          <p:nvPr>
            <p:ph type="title"/>
          </p:nvPr>
        </p:nvSpPr>
        <p:spPr>
          <a:xfrm>
            <a:off x="450000" y="840025"/>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None/>
            </a:pPr>
            <a:r>
              <a:rPr lang="ja" sz="1100"/>
              <a:t>Commiment</a:t>
            </a:r>
            <a:endParaRPr sz="1100">
              <a:latin typeface="Noto Sans JP"/>
              <a:ea typeface="Noto Sans JP"/>
              <a:cs typeface="Noto Sans JP"/>
              <a:sym typeface="Noto Sans JP"/>
            </a:endParaRPr>
          </a:p>
        </p:txBody>
      </p:sp>
      <p:sp>
        <p:nvSpPr>
          <p:cNvPr id="384" name="Google Shape;384;p32"/>
          <p:cNvSpPr/>
          <p:nvPr/>
        </p:nvSpPr>
        <p:spPr>
          <a:xfrm>
            <a:off x="450000" y="2460775"/>
            <a:ext cx="8280000" cy="603600"/>
          </a:xfrm>
          <a:prstGeom prst="roundRect">
            <a:avLst>
              <a:gd fmla="val 26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None</a:t>
            </a:r>
            <a:endParaRPr sz="1000">
              <a:solidFill>
                <a:schemeClr val="dk1"/>
              </a:solidFill>
              <a:latin typeface="Noto Sans JP"/>
              <a:ea typeface="Noto Sans JP"/>
              <a:cs typeface="Noto Sans JP"/>
              <a:sym typeface="Noto Sans JP"/>
            </a:endParaRPr>
          </a:p>
        </p:txBody>
      </p:sp>
      <p:sp>
        <p:nvSpPr>
          <p:cNvPr id="385" name="Google Shape;385;p32"/>
          <p:cNvSpPr txBox="1"/>
          <p:nvPr>
            <p:ph type="title"/>
          </p:nvPr>
        </p:nvSpPr>
        <p:spPr>
          <a:xfrm>
            <a:off x="450000" y="2203375"/>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None/>
            </a:pPr>
            <a:r>
              <a:rPr lang="ja" sz="1100"/>
              <a:t>Matters concerning the schedule as stated in the contract</a:t>
            </a:r>
            <a:endParaRPr sz="1100"/>
          </a:p>
        </p:txBody>
      </p:sp>
      <p:sp>
        <p:nvSpPr>
          <p:cNvPr id="386" name="Google Shape;386;p32"/>
          <p:cNvSpPr/>
          <p:nvPr/>
        </p:nvSpPr>
        <p:spPr>
          <a:xfrm>
            <a:off x="450000" y="3567375"/>
            <a:ext cx="8280000" cy="603600"/>
          </a:xfrm>
          <a:prstGeom prst="roundRect">
            <a:avLst>
              <a:gd fmla="val 26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None</a:t>
            </a:r>
            <a:endParaRPr sz="1000">
              <a:solidFill>
                <a:schemeClr val="dk1"/>
              </a:solidFill>
              <a:latin typeface="Noto Sans JP"/>
              <a:ea typeface="Noto Sans JP"/>
              <a:cs typeface="Noto Sans JP"/>
              <a:sym typeface="Noto Sans JP"/>
            </a:endParaRPr>
          </a:p>
        </p:txBody>
      </p:sp>
      <p:sp>
        <p:nvSpPr>
          <p:cNvPr id="387" name="Google Shape;387;p32"/>
          <p:cNvSpPr txBox="1"/>
          <p:nvPr>
            <p:ph type="title"/>
          </p:nvPr>
        </p:nvSpPr>
        <p:spPr>
          <a:xfrm>
            <a:off x="450000" y="3309975"/>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None/>
            </a:pPr>
            <a:r>
              <a:rPr lang="ja" sz="1100"/>
              <a:t>Matters related to the schedule stated in the proposal</a:t>
            </a:r>
            <a:endParaRPr sz="1100">
              <a:latin typeface="Noto Sans JP"/>
              <a:ea typeface="Noto Sans JP"/>
              <a:cs typeface="Noto Sans JP"/>
              <a:sym typeface="Noto Sans J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3"/>
          <p:cNvSpPr/>
          <p:nvPr/>
        </p:nvSpPr>
        <p:spPr>
          <a:xfrm>
            <a:off x="450000" y="1075575"/>
            <a:ext cx="8280000" cy="1200900"/>
          </a:xfrm>
          <a:prstGeom prst="roundRect">
            <a:avLst>
              <a:gd fmla="val 615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3" name="Google Shape;393;p33"/>
          <p:cNvCxnSpPr>
            <a:endCxn id="394" idx="0"/>
          </p:cNvCxnSpPr>
          <p:nvPr/>
        </p:nvCxnSpPr>
        <p:spPr>
          <a:xfrm flipH="1">
            <a:off x="2325425" y="2010325"/>
            <a:ext cx="900" cy="572100"/>
          </a:xfrm>
          <a:prstGeom prst="straightConnector1">
            <a:avLst/>
          </a:prstGeom>
          <a:noFill/>
          <a:ln cap="flat" cmpd="sng" w="9525">
            <a:solidFill>
              <a:srgbClr val="666666"/>
            </a:solidFill>
            <a:prstDash val="dash"/>
            <a:round/>
            <a:headEnd len="med" w="med" type="none"/>
            <a:tailEnd len="med" w="med" type="none"/>
          </a:ln>
        </p:spPr>
      </p:cxnSp>
      <p:sp>
        <p:nvSpPr>
          <p:cNvPr id="395" name="Google Shape;395;p33"/>
          <p:cNvSpPr/>
          <p:nvPr/>
        </p:nvSpPr>
        <p:spPr>
          <a:xfrm>
            <a:off x="4201350" y="5500075"/>
            <a:ext cx="2883000" cy="27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396" name="Google Shape;396;p33"/>
          <p:cNvSpPr/>
          <p:nvPr/>
        </p:nvSpPr>
        <p:spPr>
          <a:xfrm>
            <a:off x="2445950" y="5504893"/>
            <a:ext cx="1737600" cy="25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397" name="Google Shape;397;p33"/>
          <p:cNvSpPr/>
          <p:nvPr/>
        </p:nvSpPr>
        <p:spPr>
          <a:xfrm>
            <a:off x="1269050" y="5504893"/>
            <a:ext cx="1159200" cy="25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800"/>
          </a:p>
        </p:txBody>
      </p:sp>
      <p:sp>
        <p:nvSpPr>
          <p:cNvPr id="398" name="Google Shape;398;p33"/>
          <p:cNvSpPr txBox="1"/>
          <p:nvPr>
            <p:ph type="title"/>
          </p:nvPr>
        </p:nvSpPr>
        <p:spPr>
          <a:xfrm>
            <a:off x="431997"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Milestone and KPIs</a:t>
            </a:r>
            <a:endParaRPr/>
          </a:p>
        </p:txBody>
      </p:sp>
      <p:sp>
        <p:nvSpPr>
          <p:cNvPr id="399" name="Google Shape;399;p33"/>
          <p:cNvSpPr/>
          <p:nvPr/>
        </p:nvSpPr>
        <p:spPr>
          <a:xfrm>
            <a:off x="450000" y="2933850"/>
            <a:ext cx="8280000" cy="1200900"/>
          </a:xfrm>
          <a:prstGeom prst="roundRect">
            <a:avLst>
              <a:gd fmla="val 615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 name="Google Shape;400;p33"/>
          <p:cNvCxnSpPr>
            <a:stCxn id="401" idx="0"/>
          </p:cNvCxnSpPr>
          <p:nvPr/>
        </p:nvCxnSpPr>
        <p:spPr>
          <a:xfrm rot="10800000">
            <a:off x="4424675" y="1724125"/>
            <a:ext cx="0" cy="858300"/>
          </a:xfrm>
          <a:prstGeom prst="straightConnector1">
            <a:avLst/>
          </a:prstGeom>
          <a:noFill/>
          <a:ln cap="flat" cmpd="sng" w="9525">
            <a:solidFill>
              <a:srgbClr val="666666"/>
            </a:solidFill>
            <a:prstDash val="dash"/>
            <a:round/>
            <a:headEnd len="med" w="med" type="none"/>
            <a:tailEnd len="med" w="med" type="none"/>
          </a:ln>
        </p:spPr>
      </p:cxnSp>
      <p:cxnSp>
        <p:nvCxnSpPr>
          <p:cNvPr id="402" name="Google Shape;402;p33"/>
          <p:cNvCxnSpPr/>
          <p:nvPr/>
        </p:nvCxnSpPr>
        <p:spPr>
          <a:xfrm flipH="1" rot="10800000">
            <a:off x="450000" y="2606875"/>
            <a:ext cx="8285700" cy="10500"/>
          </a:xfrm>
          <a:prstGeom prst="straightConnector1">
            <a:avLst/>
          </a:prstGeom>
          <a:noFill/>
          <a:ln cap="flat" cmpd="sng" w="19050">
            <a:solidFill>
              <a:schemeClr val="lt1"/>
            </a:solidFill>
            <a:prstDash val="solid"/>
            <a:round/>
            <a:headEnd len="med" w="med" type="none"/>
            <a:tailEnd len="med" w="med" type="none"/>
          </a:ln>
        </p:spPr>
      </p:cxnSp>
      <p:sp>
        <p:nvSpPr>
          <p:cNvPr id="394" name="Google Shape;394;p33"/>
          <p:cNvSpPr/>
          <p:nvPr/>
        </p:nvSpPr>
        <p:spPr>
          <a:xfrm>
            <a:off x="2290475" y="2582425"/>
            <a:ext cx="69900" cy="6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33"/>
          <p:cNvSpPr txBox="1"/>
          <p:nvPr/>
        </p:nvSpPr>
        <p:spPr>
          <a:xfrm>
            <a:off x="2089775" y="2670700"/>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latin typeface="Noto Sans JP"/>
                <a:ea typeface="Noto Sans JP"/>
                <a:cs typeface="Noto Sans JP"/>
                <a:sym typeface="Noto Sans JP"/>
              </a:rPr>
              <a:t>24/04</a:t>
            </a:r>
            <a:endParaRPr b="1" sz="800">
              <a:solidFill>
                <a:schemeClr val="lt1"/>
              </a:solidFill>
              <a:latin typeface="Noto Sans JP"/>
              <a:ea typeface="Noto Sans JP"/>
              <a:cs typeface="Noto Sans JP"/>
              <a:sym typeface="Noto Sans JP"/>
            </a:endParaRPr>
          </a:p>
        </p:txBody>
      </p:sp>
      <p:sp>
        <p:nvSpPr>
          <p:cNvPr id="401" name="Google Shape;401;p33"/>
          <p:cNvSpPr/>
          <p:nvPr/>
        </p:nvSpPr>
        <p:spPr>
          <a:xfrm>
            <a:off x="4389725" y="2582425"/>
            <a:ext cx="69900" cy="6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33"/>
          <p:cNvSpPr txBox="1"/>
          <p:nvPr/>
        </p:nvSpPr>
        <p:spPr>
          <a:xfrm>
            <a:off x="4189025" y="2670700"/>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highlight>
                  <a:srgbClr val="F7F7F7"/>
                </a:highlight>
                <a:latin typeface="Noto Sans JP"/>
                <a:ea typeface="Noto Sans JP"/>
                <a:cs typeface="Noto Sans JP"/>
                <a:sym typeface="Noto Sans JP"/>
              </a:rPr>
              <a:t>24/10</a:t>
            </a:r>
            <a:endParaRPr b="1" sz="800">
              <a:solidFill>
                <a:schemeClr val="lt1"/>
              </a:solidFill>
              <a:highlight>
                <a:srgbClr val="F7F7F7"/>
              </a:highlight>
              <a:latin typeface="Noto Sans JP"/>
              <a:ea typeface="Noto Sans JP"/>
              <a:cs typeface="Noto Sans JP"/>
              <a:sym typeface="Noto Sans JP"/>
            </a:endParaRPr>
          </a:p>
        </p:txBody>
      </p:sp>
      <p:sp>
        <p:nvSpPr>
          <p:cNvPr id="405" name="Google Shape;405;p33"/>
          <p:cNvSpPr/>
          <p:nvPr/>
        </p:nvSpPr>
        <p:spPr>
          <a:xfrm rot="-2392">
            <a:off x="535725" y="1161750"/>
            <a:ext cx="1293300" cy="191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2"/>
                </a:solidFill>
                <a:latin typeface="Noto Sans JP"/>
                <a:ea typeface="Noto Sans JP"/>
                <a:cs typeface="Noto Sans JP"/>
                <a:sym typeface="Noto Sans JP"/>
              </a:rPr>
              <a:t>Business Milestone</a:t>
            </a:r>
            <a:endParaRPr b="1" sz="800">
              <a:solidFill>
                <a:schemeClr val="dk2"/>
              </a:solidFill>
              <a:latin typeface="Noto Sans JP"/>
              <a:ea typeface="Noto Sans JP"/>
              <a:cs typeface="Noto Sans JP"/>
              <a:sym typeface="Noto Sans JP"/>
            </a:endParaRPr>
          </a:p>
        </p:txBody>
      </p:sp>
      <p:sp>
        <p:nvSpPr>
          <p:cNvPr id="406" name="Google Shape;406;p33"/>
          <p:cNvSpPr txBox="1"/>
          <p:nvPr/>
        </p:nvSpPr>
        <p:spPr>
          <a:xfrm>
            <a:off x="1285106" y="1544075"/>
            <a:ext cx="2083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Corporate contract</a:t>
            </a:r>
            <a:r>
              <a:rPr b="1" lang="ja" sz="1000">
                <a:solidFill>
                  <a:schemeClr val="accent1"/>
                </a:solidFill>
                <a:latin typeface="Noto Sans JP"/>
                <a:ea typeface="Noto Sans JP"/>
                <a:cs typeface="Noto Sans JP"/>
                <a:sym typeface="Noto Sans JP"/>
              </a:rPr>
              <a:t> 10 companies</a:t>
            </a:r>
            <a:endParaRPr sz="1000">
              <a:solidFill>
                <a:schemeClr val="accent1"/>
              </a:solidFill>
              <a:latin typeface="Noto Sans JP"/>
              <a:ea typeface="Noto Sans JP"/>
              <a:cs typeface="Noto Sans JP"/>
              <a:sym typeface="Noto Sans JP"/>
            </a:endParaRPr>
          </a:p>
        </p:txBody>
      </p:sp>
      <p:cxnSp>
        <p:nvCxnSpPr>
          <p:cNvPr id="407" name="Google Shape;407;p33"/>
          <p:cNvCxnSpPr>
            <a:stCxn id="408" idx="4"/>
          </p:cNvCxnSpPr>
          <p:nvPr/>
        </p:nvCxnSpPr>
        <p:spPr>
          <a:xfrm>
            <a:off x="5604250" y="2650806"/>
            <a:ext cx="0" cy="645000"/>
          </a:xfrm>
          <a:prstGeom prst="straightConnector1">
            <a:avLst/>
          </a:prstGeom>
          <a:noFill/>
          <a:ln cap="flat" cmpd="sng" w="9525">
            <a:solidFill>
              <a:srgbClr val="666666"/>
            </a:solidFill>
            <a:prstDash val="dash"/>
            <a:round/>
            <a:headEnd len="med" w="med" type="none"/>
            <a:tailEnd len="med" w="med" type="none"/>
          </a:ln>
        </p:spPr>
      </p:cxnSp>
      <p:sp>
        <p:nvSpPr>
          <p:cNvPr id="408" name="Google Shape;408;p33"/>
          <p:cNvSpPr/>
          <p:nvPr/>
        </p:nvSpPr>
        <p:spPr>
          <a:xfrm>
            <a:off x="5569300" y="2582406"/>
            <a:ext cx="69900" cy="68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33"/>
          <p:cNvSpPr txBox="1"/>
          <p:nvPr/>
        </p:nvSpPr>
        <p:spPr>
          <a:xfrm>
            <a:off x="5368600" y="2422739"/>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highlight>
                  <a:srgbClr val="F7F7F7"/>
                </a:highlight>
                <a:latin typeface="Noto Sans JP"/>
                <a:ea typeface="Noto Sans JP"/>
                <a:cs typeface="Noto Sans JP"/>
                <a:sym typeface="Noto Sans JP"/>
              </a:rPr>
              <a:t>25/01</a:t>
            </a:r>
            <a:endParaRPr b="1" sz="800">
              <a:solidFill>
                <a:schemeClr val="lt1"/>
              </a:solidFill>
              <a:highlight>
                <a:srgbClr val="F7F7F7"/>
              </a:highlight>
              <a:latin typeface="Noto Sans JP"/>
              <a:ea typeface="Noto Sans JP"/>
              <a:cs typeface="Noto Sans JP"/>
              <a:sym typeface="Noto Sans JP"/>
            </a:endParaRPr>
          </a:p>
        </p:txBody>
      </p:sp>
      <p:sp>
        <p:nvSpPr>
          <p:cNvPr id="410" name="Google Shape;410;p33"/>
          <p:cNvSpPr txBox="1"/>
          <p:nvPr/>
        </p:nvSpPr>
        <p:spPr>
          <a:xfrm>
            <a:off x="3363125" y="2428884"/>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highlight>
                  <a:srgbClr val="F7F7F7"/>
                </a:highlight>
                <a:latin typeface="Noto Sans JP"/>
                <a:ea typeface="Noto Sans JP"/>
                <a:cs typeface="Noto Sans JP"/>
                <a:sym typeface="Noto Sans JP"/>
              </a:rPr>
              <a:t>24/08</a:t>
            </a:r>
            <a:endParaRPr b="1" sz="800">
              <a:solidFill>
                <a:schemeClr val="lt1"/>
              </a:solidFill>
              <a:highlight>
                <a:srgbClr val="F7F7F7"/>
              </a:highlight>
              <a:latin typeface="Noto Sans JP"/>
              <a:ea typeface="Noto Sans JP"/>
              <a:cs typeface="Noto Sans JP"/>
              <a:sym typeface="Noto Sans JP"/>
            </a:endParaRPr>
          </a:p>
        </p:txBody>
      </p:sp>
      <p:cxnSp>
        <p:nvCxnSpPr>
          <p:cNvPr id="411" name="Google Shape;411;p33"/>
          <p:cNvCxnSpPr>
            <a:stCxn id="412" idx="4"/>
          </p:cNvCxnSpPr>
          <p:nvPr/>
        </p:nvCxnSpPr>
        <p:spPr>
          <a:xfrm>
            <a:off x="3598775" y="2648600"/>
            <a:ext cx="0" cy="641400"/>
          </a:xfrm>
          <a:prstGeom prst="straightConnector1">
            <a:avLst/>
          </a:prstGeom>
          <a:noFill/>
          <a:ln cap="flat" cmpd="sng" w="9525">
            <a:solidFill>
              <a:srgbClr val="666666"/>
            </a:solidFill>
            <a:prstDash val="dash"/>
            <a:round/>
            <a:headEnd len="med" w="med" type="none"/>
            <a:tailEnd len="med" w="med" type="none"/>
          </a:ln>
        </p:spPr>
      </p:cxnSp>
      <p:sp>
        <p:nvSpPr>
          <p:cNvPr id="412" name="Google Shape;412;p33"/>
          <p:cNvSpPr/>
          <p:nvPr/>
        </p:nvSpPr>
        <p:spPr>
          <a:xfrm>
            <a:off x="3566375" y="2582300"/>
            <a:ext cx="64800" cy="6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33"/>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  ｜ </a:t>
            </a:r>
            <a:r>
              <a:rPr b="0" lang="ja"/>
              <a:t> </a:t>
            </a:r>
            <a:r>
              <a:rPr lang="ja">
                <a:solidFill>
                  <a:schemeClr val="accent1"/>
                </a:solidFill>
              </a:rPr>
              <a:t>Milestone and KPI</a:t>
            </a:r>
            <a:endParaRPr/>
          </a:p>
        </p:txBody>
      </p:sp>
      <p:sp>
        <p:nvSpPr>
          <p:cNvPr id="414" name="Google Shape;414;p33"/>
          <p:cNvSpPr txBox="1"/>
          <p:nvPr/>
        </p:nvSpPr>
        <p:spPr>
          <a:xfrm>
            <a:off x="1936725" y="1730075"/>
            <a:ext cx="11757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8 domestic companies</a:t>
            </a:r>
            <a:endParaRPr sz="7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2 ASEAN companies</a:t>
            </a:r>
            <a:endParaRPr sz="700">
              <a:solidFill>
                <a:srgbClr val="666666"/>
              </a:solidFill>
              <a:latin typeface="Noto Sans JP"/>
              <a:ea typeface="Noto Sans JP"/>
              <a:cs typeface="Noto Sans JP"/>
              <a:sym typeface="Noto Sans JP"/>
            </a:endParaRPr>
          </a:p>
        </p:txBody>
      </p:sp>
      <p:sp>
        <p:nvSpPr>
          <p:cNvPr id="415" name="Google Shape;415;p33"/>
          <p:cNvSpPr/>
          <p:nvPr/>
        </p:nvSpPr>
        <p:spPr>
          <a:xfrm rot="-2392">
            <a:off x="535725" y="3021650"/>
            <a:ext cx="1293300" cy="191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2"/>
                </a:solidFill>
                <a:latin typeface="Noto Sans JP"/>
                <a:ea typeface="Noto Sans JP"/>
                <a:cs typeface="Noto Sans JP"/>
                <a:sym typeface="Noto Sans JP"/>
              </a:rPr>
              <a:t>System Milestone</a:t>
            </a:r>
            <a:endParaRPr b="1" sz="800">
              <a:solidFill>
                <a:schemeClr val="dk2"/>
              </a:solidFill>
              <a:latin typeface="Noto Sans JP"/>
              <a:ea typeface="Noto Sans JP"/>
              <a:cs typeface="Noto Sans JP"/>
              <a:sym typeface="Noto Sans JP"/>
            </a:endParaRPr>
          </a:p>
        </p:txBody>
      </p:sp>
      <p:sp>
        <p:nvSpPr>
          <p:cNvPr id="416" name="Google Shape;416;p33"/>
          <p:cNvSpPr txBox="1"/>
          <p:nvPr/>
        </p:nvSpPr>
        <p:spPr>
          <a:xfrm>
            <a:off x="3880673" y="1544075"/>
            <a:ext cx="11097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Promotion Starts</a:t>
            </a:r>
            <a:endParaRPr b="1" sz="1000">
              <a:solidFill>
                <a:schemeClr val="accent1"/>
              </a:solidFill>
              <a:latin typeface="Noto Sans JP"/>
              <a:ea typeface="Noto Sans JP"/>
              <a:cs typeface="Noto Sans JP"/>
              <a:sym typeface="Noto Sans JP"/>
            </a:endParaRPr>
          </a:p>
        </p:txBody>
      </p:sp>
      <p:sp>
        <p:nvSpPr>
          <p:cNvPr id="417" name="Google Shape;417;p33"/>
          <p:cNvSpPr txBox="1"/>
          <p:nvPr/>
        </p:nvSpPr>
        <p:spPr>
          <a:xfrm>
            <a:off x="3241000" y="3348225"/>
            <a:ext cx="1406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1st Release</a:t>
            </a:r>
            <a:endParaRPr b="1" sz="1000">
              <a:solidFill>
                <a:schemeClr val="accent1"/>
              </a:solidFill>
              <a:latin typeface="Noto Sans JP"/>
              <a:ea typeface="Noto Sans JP"/>
              <a:cs typeface="Noto Sans JP"/>
              <a:sym typeface="Noto Sans JP"/>
            </a:endParaRPr>
          </a:p>
        </p:txBody>
      </p:sp>
      <p:sp>
        <p:nvSpPr>
          <p:cNvPr id="418" name="Google Shape;418;p33"/>
          <p:cNvSpPr txBox="1"/>
          <p:nvPr/>
        </p:nvSpPr>
        <p:spPr>
          <a:xfrm>
            <a:off x="3241000" y="3534225"/>
            <a:ext cx="11757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Core middleware needs to be replaced</a:t>
            </a:r>
            <a:endParaRPr sz="700">
              <a:solidFill>
                <a:srgbClr val="666666"/>
              </a:solidFill>
              <a:latin typeface="Noto Sans JP"/>
              <a:ea typeface="Noto Sans JP"/>
              <a:cs typeface="Noto Sans JP"/>
              <a:sym typeface="Noto Sans JP"/>
            </a:endParaRPr>
          </a:p>
        </p:txBody>
      </p:sp>
      <p:sp>
        <p:nvSpPr>
          <p:cNvPr id="419" name="Google Shape;419;p33"/>
          <p:cNvSpPr txBox="1"/>
          <p:nvPr/>
        </p:nvSpPr>
        <p:spPr>
          <a:xfrm>
            <a:off x="5327025" y="3348225"/>
            <a:ext cx="1406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2nd</a:t>
            </a:r>
            <a:r>
              <a:rPr b="1" lang="ja" sz="1000">
                <a:solidFill>
                  <a:schemeClr val="accent1"/>
                </a:solidFill>
                <a:latin typeface="Noto Sans JP"/>
                <a:ea typeface="Noto Sans JP"/>
                <a:cs typeface="Noto Sans JP"/>
                <a:sym typeface="Noto Sans JP"/>
              </a:rPr>
              <a:t> Release</a:t>
            </a:r>
            <a:endParaRPr b="1" sz="1000">
              <a:solidFill>
                <a:schemeClr val="accent1"/>
              </a:solidFill>
              <a:latin typeface="Noto Sans JP"/>
              <a:ea typeface="Noto Sans JP"/>
              <a:cs typeface="Noto Sans JP"/>
              <a:sym typeface="Noto Sans JP"/>
            </a:endParaRPr>
          </a:p>
        </p:txBody>
      </p:sp>
      <p:sp>
        <p:nvSpPr>
          <p:cNvPr id="420" name="Google Shape;420;p33"/>
          <p:cNvSpPr txBox="1"/>
          <p:nvPr/>
        </p:nvSpPr>
        <p:spPr>
          <a:xfrm>
            <a:off x="5327025" y="3534225"/>
            <a:ext cx="27636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If you have any additional explanations, please enter them here </a:t>
            </a:r>
            <a:endParaRPr sz="7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If you have any additional explanations, please enter them here</a:t>
            </a:r>
            <a:endParaRPr sz="700">
              <a:solidFill>
                <a:srgbClr val="666666"/>
              </a:solidFill>
              <a:latin typeface="Noto Sans JP"/>
              <a:ea typeface="Noto Sans JP"/>
              <a:cs typeface="Noto Sans JP"/>
              <a:sym typeface="Noto Sans JP"/>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4"/>
          <p:cNvSpPr/>
          <p:nvPr/>
        </p:nvSpPr>
        <p:spPr>
          <a:xfrm>
            <a:off x="4201350" y="5500075"/>
            <a:ext cx="2883000" cy="27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426" name="Google Shape;426;p34"/>
          <p:cNvSpPr/>
          <p:nvPr/>
        </p:nvSpPr>
        <p:spPr>
          <a:xfrm>
            <a:off x="2445950" y="5504893"/>
            <a:ext cx="1737600" cy="25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427" name="Google Shape;427;p34"/>
          <p:cNvSpPr/>
          <p:nvPr/>
        </p:nvSpPr>
        <p:spPr>
          <a:xfrm>
            <a:off x="1269050" y="5504893"/>
            <a:ext cx="1159200" cy="25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800"/>
          </a:p>
        </p:txBody>
      </p:sp>
      <p:sp>
        <p:nvSpPr>
          <p:cNvPr id="428" name="Google Shape;428;p34"/>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Milestone and KPIs</a:t>
            </a:r>
            <a:endParaRPr/>
          </a:p>
        </p:txBody>
      </p:sp>
      <p:sp>
        <p:nvSpPr>
          <p:cNvPr id="429" name="Google Shape;429;p34"/>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  ｜ </a:t>
            </a:r>
            <a:r>
              <a:rPr b="0" lang="ja"/>
              <a:t> </a:t>
            </a:r>
            <a:r>
              <a:rPr lang="ja">
                <a:solidFill>
                  <a:schemeClr val="accent1"/>
                </a:solidFill>
              </a:rPr>
              <a:t>Milestone and KPI</a:t>
            </a:r>
            <a:endParaRPr>
              <a:solidFill>
                <a:schemeClr val="accent1"/>
              </a:solidFill>
            </a:endParaRPr>
          </a:p>
        </p:txBody>
      </p:sp>
      <p:graphicFrame>
        <p:nvGraphicFramePr>
          <p:cNvPr id="430" name="Google Shape;430;p34"/>
          <p:cNvGraphicFramePr/>
          <p:nvPr/>
        </p:nvGraphicFramePr>
        <p:xfrm>
          <a:off x="1143250" y="1343713"/>
          <a:ext cx="3000000" cy="3000000"/>
        </p:xfrm>
        <a:graphic>
          <a:graphicData uri="http://schemas.openxmlformats.org/drawingml/2006/table">
            <a:tbl>
              <a:tblPr>
                <a:noFill/>
                <a:tableStyleId>{4A2115C4-6B3A-4D30-B7F6-968B7D09FD51}</a:tableStyleId>
              </a:tblPr>
              <a:tblGrid>
                <a:gridCol w="789950"/>
                <a:gridCol w="1177025"/>
                <a:gridCol w="2118600"/>
                <a:gridCol w="2771925"/>
              </a:tblGrid>
              <a:tr h="439925">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Date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1100"/>
                        <a:buFont typeface="Arial"/>
                        <a:buNone/>
                      </a:pPr>
                      <a:r>
                        <a:rPr b="1" lang="ja" sz="800">
                          <a:solidFill>
                            <a:schemeClr val="lt1"/>
                          </a:solidFill>
                          <a:latin typeface="Noto Sans JP"/>
                          <a:ea typeface="Noto Sans JP"/>
                          <a:cs typeface="Noto Sans JP"/>
                          <a:sym typeface="Noto Sans JP"/>
                        </a:rPr>
                        <a:t>Milestone Type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1100"/>
                        <a:buFont typeface="Arial"/>
                        <a:buNone/>
                      </a:pPr>
                      <a:r>
                        <a:rPr b="1" lang="ja" sz="800">
                          <a:solidFill>
                            <a:schemeClr val="lt1"/>
                          </a:solidFill>
                          <a:latin typeface="Noto Sans JP"/>
                          <a:ea typeface="Noto Sans JP"/>
                          <a:cs typeface="Noto Sans JP"/>
                          <a:sym typeface="Noto Sans JP"/>
                        </a:rPr>
                        <a:t>Milestone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Discription</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2024/04</a:t>
                      </a:r>
                      <a:endParaRPr sz="900">
                        <a:latin typeface="Noto Sans JP"/>
                        <a:ea typeface="Noto Sans JP"/>
                        <a:cs typeface="Noto Sans JP"/>
                        <a:sym typeface="Noto Sans JP"/>
                      </a:endParaRPr>
                    </a:p>
                  </a:txBody>
                  <a:tcPr marT="90000"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chemeClr val="accent2"/>
                          </a:solidFill>
                          <a:highlight>
                            <a:schemeClr val="accent5"/>
                          </a:highlight>
                          <a:latin typeface="Zen Kaku Gothic New"/>
                          <a:ea typeface="Zen Kaku Gothic New"/>
                          <a:cs typeface="Zen Kaku Gothic New"/>
                          <a:sym typeface="Zen Kaku Gothic New"/>
                        </a:rPr>
                        <a:t>　Business　</a:t>
                      </a:r>
                      <a:endParaRPr b="1" sz="800">
                        <a:solidFill>
                          <a:schemeClr val="accent2"/>
                        </a:solidFill>
                        <a:highlight>
                          <a:schemeClr val="accent5"/>
                        </a:highlight>
                        <a:latin typeface="Zen Kaku Gothic New"/>
                        <a:ea typeface="Zen Kaku Gothic New"/>
                        <a:cs typeface="Zen Kaku Gothic New"/>
                        <a:sym typeface="Zen Kaku Gothic New"/>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Corporate contract 10 companies</a:t>
                      </a:r>
                      <a:endParaRPr b="1" sz="1000">
                        <a:solidFill>
                          <a:schemeClr val="accen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8 domestic companies</a:t>
                      </a:r>
                      <a:endParaRPr sz="900">
                        <a:solidFill>
                          <a:schemeClr val="lt1"/>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2 ASEAN companies</a:t>
                      </a:r>
                      <a:endParaRPr sz="900">
                        <a:solidFill>
                          <a:schemeClr val="l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2024/08</a:t>
                      </a:r>
                      <a:endParaRPr sz="900">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rgbClr val="7F6000"/>
                          </a:solidFill>
                          <a:highlight>
                            <a:schemeClr val="accent6"/>
                          </a:highlight>
                          <a:latin typeface="Zen Kaku Gothic New"/>
                          <a:ea typeface="Zen Kaku Gothic New"/>
                          <a:cs typeface="Zen Kaku Gothic New"/>
                          <a:sym typeface="Zen Kaku Gothic New"/>
                        </a:rPr>
                        <a:t>　</a:t>
                      </a:r>
                      <a:r>
                        <a:rPr b="1" lang="ja" sz="800">
                          <a:solidFill>
                            <a:srgbClr val="7F6000"/>
                          </a:solidFill>
                          <a:highlight>
                            <a:schemeClr val="accent6"/>
                          </a:highlight>
                          <a:latin typeface="Zen Kaku Gothic New"/>
                          <a:ea typeface="Zen Kaku Gothic New"/>
                          <a:cs typeface="Zen Kaku Gothic New"/>
                          <a:sym typeface="Zen Kaku Gothic New"/>
                        </a:rPr>
                        <a:t>System　</a:t>
                      </a:r>
                      <a:endParaRPr b="1" sz="800">
                        <a:solidFill>
                          <a:srgbClr val="7F6000"/>
                        </a:solidFill>
                        <a:highlight>
                          <a:schemeClr val="accent6"/>
                        </a:highlight>
                        <a:latin typeface="Zen Kaku Gothic New"/>
                        <a:ea typeface="Zen Kaku Gothic New"/>
                        <a:cs typeface="Zen Kaku Gothic New"/>
                        <a:sym typeface="Zen Kaku Gothic New"/>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1st Release</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Core middleware needs to be replaced</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2024/10</a:t>
                      </a:r>
                      <a:endParaRPr sz="900">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chemeClr val="accent2"/>
                          </a:solidFill>
                          <a:highlight>
                            <a:schemeClr val="accent5"/>
                          </a:highlight>
                          <a:latin typeface="Zen Kaku Gothic New"/>
                          <a:ea typeface="Zen Kaku Gothic New"/>
                          <a:cs typeface="Zen Kaku Gothic New"/>
                          <a:sym typeface="Zen Kaku Gothic New"/>
                        </a:rPr>
                        <a:t>　Business　</a:t>
                      </a:r>
                      <a:endParaRPr b="1" sz="800">
                        <a:solidFill>
                          <a:srgbClr val="AD0C00"/>
                        </a:solidFill>
                        <a:highlight>
                          <a:srgbClr val="FBE6E2"/>
                        </a:highlight>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Promotion Starts</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If you have any additional explanations, please enter them here</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2025/01</a:t>
                      </a:r>
                      <a:endParaRPr sz="900">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rgbClr val="7F6000"/>
                          </a:solidFill>
                          <a:highlight>
                            <a:schemeClr val="accent6"/>
                          </a:highlight>
                          <a:latin typeface="Zen Kaku Gothic New"/>
                          <a:ea typeface="Zen Kaku Gothic New"/>
                          <a:cs typeface="Zen Kaku Gothic New"/>
                          <a:sym typeface="Zen Kaku Gothic New"/>
                        </a:rPr>
                        <a:t>　System　</a:t>
                      </a:r>
                      <a:endParaRPr b="1" sz="800">
                        <a:solidFill>
                          <a:srgbClr val="7F6000"/>
                        </a:solidFill>
                        <a:highlight>
                          <a:schemeClr val="accent6"/>
                        </a:highlight>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2nd Release</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5"/>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Team Structure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6"/>
          <p:cNvSpPr/>
          <p:nvPr/>
        </p:nvSpPr>
        <p:spPr>
          <a:xfrm>
            <a:off x="3067375" y="1075575"/>
            <a:ext cx="5662500" cy="1273500"/>
          </a:xfrm>
          <a:prstGeom prst="roundRect">
            <a:avLst>
              <a:gd fmla="val 2172" name="adj"/>
            </a:avLst>
          </a:prstGeom>
          <a:solidFill>
            <a:srgbClr val="FF2200">
              <a:alpha val="5000"/>
            </a:srgbClr>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6"/>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Development Team</a:t>
            </a:r>
            <a:endParaRPr/>
          </a:p>
        </p:txBody>
      </p:sp>
      <p:sp>
        <p:nvSpPr>
          <p:cNvPr id="442" name="Google Shape;442;p36"/>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Team Structure  ｜ </a:t>
            </a:r>
            <a:r>
              <a:rPr lang="ja">
                <a:solidFill>
                  <a:schemeClr val="accent1"/>
                </a:solidFill>
                <a:latin typeface="Arial"/>
                <a:ea typeface="Arial"/>
                <a:cs typeface="Arial"/>
                <a:sym typeface="Arial"/>
              </a:rPr>
              <a:t>Team structure</a:t>
            </a:r>
            <a:endParaRPr/>
          </a:p>
        </p:txBody>
      </p:sp>
      <p:sp>
        <p:nvSpPr>
          <p:cNvPr id="443" name="Google Shape;443;p36"/>
          <p:cNvSpPr/>
          <p:nvPr/>
        </p:nvSpPr>
        <p:spPr>
          <a:xfrm>
            <a:off x="450000" y="2651225"/>
            <a:ext cx="14091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Product Owner</a:t>
            </a:r>
            <a:endParaRPr b="1" sz="1000">
              <a:solidFill>
                <a:srgbClr val="FFFFFF"/>
              </a:solidFill>
              <a:latin typeface="Zen Kaku Gothic New"/>
              <a:ea typeface="Zen Kaku Gothic New"/>
              <a:cs typeface="Zen Kaku Gothic New"/>
              <a:sym typeface="Zen Kaku Gothic New"/>
            </a:endParaRPr>
          </a:p>
        </p:txBody>
      </p:sp>
      <p:sp>
        <p:nvSpPr>
          <p:cNvPr id="444" name="Google Shape;444;p36"/>
          <p:cNvSpPr/>
          <p:nvPr/>
        </p:nvSpPr>
        <p:spPr>
          <a:xfrm>
            <a:off x="4015575" y="1799675"/>
            <a:ext cx="14091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PM (JP Office)</a:t>
            </a:r>
            <a:endParaRPr b="1" sz="1000">
              <a:solidFill>
                <a:srgbClr val="FFFFFF"/>
              </a:solidFill>
              <a:latin typeface="Zen Kaku Gothic New"/>
              <a:ea typeface="Zen Kaku Gothic New"/>
              <a:cs typeface="Zen Kaku Gothic New"/>
              <a:sym typeface="Zen Kaku Gothic New"/>
            </a:endParaRPr>
          </a:p>
        </p:txBody>
      </p:sp>
      <p:sp>
        <p:nvSpPr>
          <p:cNvPr id="445" name="Google Shape;445;p36"/>
          <p:cNvSpPr txBox="1"/>
          <p:nvPr/>
        </p:nvSpPr>
        <p:spPr>
          <a:xfrm>
            <a:off x="5002675" y="1328475"/>
            <a:ext cx="1791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000">
                <a:solidFill>
                  <a:schemeClr val="dk1"/>
                </a:solidFill>
                <a:latin typeface="Noto Sans JP"/>
                <a:ea typeface="Noto Sans JP"/>
                <a:cs typeface="Noto Sans JP"/>
                <a:sym typeface="Noto Sans JP"/>
              </a:rPr>
              <a:t>Business Development Team</a:t>
            </a:r>
            <a:endParaRPr b="1" sz="1000">
              <a:solidFill>
                <a:schemeClr val="dk1"/>
              </a:solidFill>
              <a:latin typeface="Noto Sans JP"/>
              <a:ea typeface="Noto Sans JP"/>
              <a:cs typeface="Noto Sans JP"/>
              <a:sym typeface="Noto Sans JP"/>
            </a:endParaRPr>
          </a:p>
        </p:txBody>
      </p:sp>
      <p:sp>
        <p:nvSpPr>
          <p:cNvPr id="446" name="Google Shape;446;p36"/>
          <p:cNvSpPr/>
          <p:nvPr/>
        </p:nvSpPr>
        <p:spPr>
          <a:xfrm>
            <a:off x="6372575" y="1799675"/>
            <a:ext cx="14091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Designer</a:t>
            </a:r>
            <a:endParaRPr b="1" sz="1000">
              <a:solidFill>
                <a:srgbClr val="FFFFFF"/>
              </a:solidFill>
              <a:latin typeface="Zen Kaku Gothic New"/>
              <a:ea typeface="Zen Kaku Gothic New"/>
              <a:cs typeface="Zen Kaku Gothic New"/>
              <a:sym typeface="Zen Kaku Gothic New"/>
            </a:endParaRPr>
          </a:p>
        </p:txBody>
      </p:sp>
      <p:sp>
        <p:nvSpPr>
          <p:cNvPr id="447" name="Google Shape;447;p36"/>
          <p:cNvSpPr/>
          <p:nvPr/>
        </p:nvSpPr>
        <p:spPr>
          <a:xfrm>
            <a:off x="3067375" y="2571675"/>
            <a:ext cx="5662500" cy="2192400"/>
          </a:xfrm>
          <a:prstGeom prst="roundRect">
            <a:avLst>
              <a:gd fmla="val 2172" name="adj"/>
            </a:avLst>
          </a:prstGeom>
          <a:solidFill>
            <a:srgbClr val="FF2200">
              <a:alpha val="5000"/>
            </a:srgbClr>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6"/>
          <p:cNvSpPr txBox="1"/>
          <p:nvPr/>
        </p:nvSpPr>
        <p:spPr>
          <a:xfrm>
            <a:off x="5002675" y="2797575"/>
            <a:ext cx="1791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000">
                <a:solidFill>
                  <a:schemeClr val="dk1"/>
                </a:solidFill>
                <a:latin typeface="Noto Sans JP"/>
                <a:ea typeface="Noto Sans JP"/>
                <a:cs typeface="Noto Sans JP"/>
                <a:sym typeface="Noto Sans JP"/>
              </a:rPr>
              <a:t>Product Development Team</a:t>
            </a:r>
            <a:endParaRPr b="1" sz="1000">
              <a:solidFill>
                <a:schemeClr val="dk1"/>
              </a:solidFill>
              <a:latin typeface="Noto Sans JP"/>
              <a:ea typeface="Noto Sans JP"/>
              <a:cs typeface="Noto Sans JP"/>
              <a:sym typeface="Noto Sans JP"/>
            </a:endParaRPr>
          </a:p>
        </p:txBody>
      </p:sp>
      <p:sp>
        <p:nvSpPr>
          <p:cNvPr id="449" name="Google Shape;449;p36"/>
          <p:cNvSpPr/>
          <p:nvPr/>
        </p:nvSpPr>
        <p:spPr>
          <a:xfrm>
            <a:off x="3995475" y="3523500"/>
            <a:ext cx="1449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BrSE</a:t>
            </a:r>
            <a:endParaRPr b="1" sz="1000">
              <a:solidFill>
                <a:srgbClr val="FFFFFF"/>
              </a:solidFill>
              <a:latin typeface="Zen Kaku Gothic New"/>
              <a:ea typeface="Zen Kaku Gothic New"/>
              <a:cs typeface="Zen Kaku Gothic New"/>
              <a:sym typeface="Zen Kaku Gothic New"/>
            </a:endParaRPr>
          </a:p>
        </p:txBody>
      </p:sp>
      <p:sp>
        <p:nvSpPr>
          <p:cNvPr id="450" name="Google Shape;450;p36"/>
          <p:cNvSpPr/>
          <p:nvPr/>
        </p:nvSpPr>
        <p:spPr>
          <a:xfrm>
            <a:off x="6352475" y="3887081"/>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Tech Lead</a:t>
            </a:r>
            <a:endParaRPr b="1" sz="1000">
              <a:solidFill>
                <a:srgbClr val="FFFFFF"/>
              </a:solidFill>
              <a:latin typeface="Zen Kaku Gothic New"/>
              <a:ea typeface="Zen Kaku Gothic New"/>
              <a:cs typeface="Zen Kaku Gothic New"/>
              <a:sym typeface="Zen Kaku Gothic New"/>
            </a:endParaRPr>
          </a:p>
        </p:txBody>
      </p:sp>
      <p:sp>
        <p:nvSpPr>
          <p:cNvPr id="451" name="Google Shape;451;p36"/>
          <p:cNvSpPr/>
          <p:nvPr/>
        </p:nvSpPr>
        <p:spPr>
          <a:xfrm>
            <a:off x="3995475" y="3124575"/>
            <a:ext cx="1449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PSM</a:t>
            </a:r>
            <a:r>
              <a:rPr b="1" lang="ja" sz="700">
                <a:solidFill>
                  <a:srgbClr val="FFFFFF"/>
                </a:solidFill>
                <a:latin typeface="Zen Kaku Gothic New"/>
                <a:ea typeface="Zen Kaku Gothic New"/>
                <a:cs typeface="Zen Kaku Gothic New"/>
                <a:sym typeface="Zen Kaku Gothic New"/>
              </a:rPr>
              <a:t> (PJ Success Manager)</a:t>
            </a:r>
            <a:endParaRPr b="1" sz="700">
              <a:solidFill>
                <a:srgbClr val="FFFFFF"/>
              </a:solidFill>
              <a:latin typeface="Zen Kaku Gothic New"/>
              <a:ea typeface="Zen Kaku Gothic New"/>
              <a:cs typeface="Zen Kaku Gothic New"/>
              <a:sym typeface="Zen Kaku Gothic New"/>
            </a:endParaRPr>
          </a:p>
        </p:txBody>
      </p:sp>
      <p:sp>
        <p:nvSpPr>
          <p:cNvPr id="452" name="Google Shape;452;p36"/>
          <p:cNvSpPr/>
          <p:nvPr/>
        </p:nvSpPr>
        <p:spPr>
          <a:xfrm>
            <a:off x="6352475" y="3109988"/>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Backend Engineers</a:t>
            </a:r>
            <a:endParaRPr b="1" sz="1000">
              <a:solidFill>
                <a:srgbClr val="FFFFFF"/>
              </a:solidFill>
              <a:latin typeface="Zen Kaku Gothic New"/>
              <a:ea typeface="Zen Kaku Gothic New"/>
              <a:cs typeface="Zen Kaku Gothic New"/>
              <a:sym typeface="Zen Kaku Gothic New"/>
            </a:endParaRPr>
          </a:p>
        </p:txBody>
      </p:sp>
      <p:sp>
        <p:nvSpPr>
          <p:cNvPr id="453" name="Google Shape;453;p36"/>
          <p:cNvSpPr/>
          <p:nvPr/>
        </p:nvSpPr>
        <p:spPr>
          <a:xfrm>
            <a:off x="6352475" y="3521388"/>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Frontend Engineers</a:t>
            </a:r>
            <a:endParaRPr b="1" sz="1000">
              <a:solidFill>
                <a:srgbClr val="FFFFFF"/>
              </a:solidFill>
              <a:latin typeface="Zen Kaku Gothic New"/>
              <a:ea typeface="Zen Kaku Gothic New"/>
              <a:cs typeface="Zen Kaku Gothic New"/>
              <a:sym typeface="Zen Kaku Gothic New"/>
            </a:endParaRPr>
          </a:p>
        </p:txBody>
      </p:sp>
      <p:sp>
        <p:nvSpPr>
          <p:cNvPr id="454" name="Google Shape;454;p36"/>
          <p:cNvSpPr/>
          <p:nvPr/>
        </p:nvSpPr>
        <p:spPr>
          <a:xfrm>
            <a:off x="6352475" y="4268599"/>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QA</a:t>
            </a:r>
            <a:endParaRPr b="1" sz="1000">
              <a:solidFill>
                <a:srgbClr val="FFFFFF"/>
              </a:solidFill>
              <a:latin typeface="Zen Kaku Gothic New"/>
              <a:ea typeface="Zen Kaku Gothic New"/>
              <a:cs typeface="Zen Kaku Gothic New"/>
              <a:sym typeface="Zen Kaku Gothic New"/>
            </a:endParaRPr>
          </a:p>
        </p:txBody>
      </p:sp>
      <p:cxnSp>
        <p:nvCxnSpPr>
          <p:cNvPr id="455" name="Google Shape;455;p36"/>
          <p:cNvCxnSpPr>
            <a:stCxn id="443" idx="3"/>
            <a:endCxn id="451" idx="1"/>
          </p:cNvCxnSpPr>
          <p:nvPr/>
        </p:nvCxnSpPr>
        <p:spPr>
          <a:xfrm>
            <a:off x="1859100" y="2777675"/>
            <a:ext cx="2136300" cy="473400"/>
          </a:xfrm>
          <a:prstGeom prst="bentConnector3">
            <a:avLst>
              <a:gd fmla="val 44165" name="adj1"/>
            </a:avLst>
          </a:prstGeom>
          <a:noFill/>
          <a:ln cap="flat" cmpd="sng" w="9525">
            <a:solidFill>
              <a:srgbClr val="B7B7B7"/>
            </a:solidFill>
            <a:prstDash val="solid"/>
            <a:round/>
            <a:headEnd len="med" w="med" type="none"/>
            <a:tailEnd len="med" w="med" type="none"/>
          </a:ln>
        </p:spPr>
      </p:cxnSp>
      <p:cxnSp>
        <p:nvCxnSpPr>
          <p:cNvPr id="456" name="Google Shape;456;p36"/>
          <p:cNvCxnSpPr>
            <a:endCxn id="444" idx="1"/>
          </p:cNvCxnSpPr>
          <p:nvPr/>
        </p:nvCxnSpPr>
        <p:spPr>
          <a:xfrm flipH="1" rot="10800000">
            <a:off x="1856475" y="1926125"/>
            <a:ext cx="2159100" cy="850800"/>
          </a:xfrm>
          <a:prstGeom prst="bentConnector3">
            <a:avLst>
              <a:gd fmla="val 43744" name="adj1"/>
            </a:avLst>
          </a:prstGeom>
          <a:noFill/>
          <a:ln cap="flat" cmpd="sng" w="9525">
            <a:solidFill>
              <a:srgbClr val="B7B7B7"/>
            </a:solidFill>
            <a:prstDash val="solid"/>
            <a:round/>
            <a:headEnd len="med" w="med" type="none"/>
            <a:tailEnd len="med" w="med" type="none"/>
          </a:ln>
        </p:spPr>
      </p:cxnSp>
      <p:cxnSp>
        <p:nvCxnSpPr>
          <p:cNvPr id="457" name="Google Shape;457;p36"/>
          <p:cNvCxnSpPr>
            <a:stCxn id="443" idx="3"/>
            <a:endCxn id="449" idx="1"/>
          </p:cNvCxnSpPr>
          <p:nvPr/>
        </p:nvCxnSpPr>
        <p:spPr>
          <a:xfrm>
            <a:off x="1859100" y="2777675"/>
            <a:ext cx="2136300" cy="872400"/>
          </a:xfrm>
          <a:prstGeom prst="bentConnector3">
            <a:avLst>
              <a:gd fmla="val 44036" name="adj1"/>
            </a:avLst>
          </a:prstGeom>
          <a:noFill/>
          <a:ln cap="flat" cmpd="sng" w="9525">
            <a:solidFill>
              <a:srgbClr val="B7B7B7"/>
            </a:solidFill>
            <a:prstDash val="solid"/>
            <a:round/>
            <a:headEnd len="med" w="med" type="none"/>
            <a:tailEnd len="med" w="med" type="none"/>
          </a:ln>
        </p:spPr>
      </p:cxnSp>
      <p:cxnSp>
        <p:nvCxnSpPr>
          <p:cNvPr id="458" name="Google Shape;458;p36"/>
          <p:cNvCxnSpPr>
            <a:stCxn id="444" idx="3"/>
            <a:endCxn id="446" idx="1"/>
          </p:cNvCxnSpPr>
          <p:nvPr/>
        </p:nvCxnSpPr>
        <p:spPr>
          <a:xfrm>
            <a:off x="5424675" y="1926125"/>
            <a:ext cx="948000" cy="0"/>
          </a:xfrm>
          <a:prstGeom prst="straightConnector1">
            <a:avLst/>
          </a:prstGeom>
          <a:noFill/>
          <a:ln cap="flat" cmpd="sng" w="9525">
            <a:solidFill>
              <a:srgbClr val="B7B7B7"/>
            </a:solidFill>
            <a:prstDash val="solid"/>
            <a:round/>
            <a:headEnd len="med" w="med" type="none"/>
            <a:tailEnd len="med" w="med" type="none"/>
          </a:ln>
        </p:spPr>
      </p:cxnSp>
      <p:sp>
        <p:nvSpPr>
          <p:cNvPr id="459" name="Google Shape;459;p36"/>
          <p:cNvSpPr/>
          <p:nvPr/>
        </p:nvSpPr>
        <p:spPr>
          <a:xfrm>
            <a:off x="7550675" y="753975"/>
            <a:ext cx="558000" cy="1692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JP</a:t>
            </a:r>
            <a:endParaRPr b="1" sz="700">
              <a:solidFill>
                <a:srgbClr val="FFFFFF"/>
              </a:solidFill>
              <a:latin typeface="Zen Kaku Gothic New"/>
              <a:ea typeface="Zen Kaku Gothic New"/>
              <a:cs typeface="Zen Kaku Gothic New"/>
              <a:sym typeface="Zen Kaku Gothic New"/>
            </a:endParaRPr>
          </a:p>
        </p:txBody>
      </p:sp>
      <p:sp>
        <p:nvSpPr>
          <p:cNvPr id="460" name="Google Shape;460;p36"/>
          <p:cNvSpPr/>
          <p:nvPr/>
        </p:nvSpPr>
        <p:spPr>
          <a:xfrm>
            <a:off x="8154000" y="753975"/>
            <a:ext cx="558000" cy="1692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VN</a:t>
            </a:r>
            <a:endParaRPr b="1" sz="700">
              <a:solidFill>
                <a:srgbClr val="FFFFFF"/>
              </a:solidFill>
              <a:latin typeface="Zen Kaku Gothic New"/>
              <a:ea typeface="Zen Kaku Gothic New"/>
              <a:cs typeface="Zen Kaku Gothic New"/>
              <a:sym typeface="Zen Kaku Gothic New"/>
            </a:endParaRPr>
          </a:p>
        </p:txBody>
      </p:sp>
      <p:sp>
        <p:nvSpPr>
          <p:cNvPr id="461" name="Google Shape;461;p36"/>
          <p:cNvSpPr/>
          <p:nvPr/>
        </p:nvSpPr>
        <p:spPr>
          <a:xfrm>
            <a:off x="6985450" y="753975"/>
            <a:ext cx="519900" cy="1692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Client</a:t>
            </a:r>
            <a:endParaRPr b="1" sz="700">
              <a:solidFill>
                <a:srgbClr val="FFFFFF"/>
              </a:solidFill>
              <a:latin typeface="Zen Kaku Gothic New"/>
              <a:ea typeface="Zen Kaku Gothic New"/>
              <a:cs typeface="Zen Kaku Gothic New"/>
              <a:sym typeface="Zen Kaku Gothic New"/>
            </a:endParaRPr>
          </a:p>
        </p:txBody>
      </p:sp>
      <p:cxnSp>
        <p:nvCxnSpPr>
          <p:cNvPr id="462" name="Google Shape;462;p36"/>
          <p:cNvCxnSpPr/>
          <p:nvPr/>
        </p:nvCxnSpPr>
        <p:spPr>
          <a:xfrm flipH="1" rot="10800000">
            <a:off x="5444675" y="3251051"/>
            <a:ext cx="907800" cy="396600"/>
          </a:xfrm>
          <a:prstGeom prst="bentConnector3">
            <a:avLst>
              <a:gd fmla="val 50000" name="adj1"/>
            </a:avLst>
          </a:prstGeom>
          <a:noFill/>
          <a:ln cap="flat" cmpd="sng" w="9525">
            <a:solidFill>
              <a:srgbClr val="B7B7B7"/>
            </a:solidFill>
            <a:prstDash val="solid"/>
            <a:round/>
            <a:headEnd len="med" w="med" type="none"/>
            <a:tailEnd len="med" w="med" type="none"/>
          </a:ln>
        </p:spPr>
      </p:cxnSp>
      <p:cxnSp>
        <p:nvCxnSpPr>
          <p:cNvPr id="463" name="Google Shape;463;p36"/>
          <p:cNvCxnSpPr>
            <a:stCxn id="449" idx="3"/>
            <a:endCxn id="453" idx="1"/>
          </p:cNvCxnSpPr>
          <p:nvPr/>
        </p:nvCxnSpPr>
        <p:spPr>
          <a:xfrm flipH="1" rot="10800000">
            <a:off x="5444775" y="3647850"/>
            <a:ext cx="907800" cy="2100"/>
          </a:xfrm>
          <a:prstGeom prst="bentConnector3">
            <a:avLst>
              <a:gd fmla="val 49994" name="adj1"/>
            </a:avLst>
          </a:prstGeom>
          <a:noFill/>
          <a:ln cap="flat" cmpd="sng" w="9525">
            <a:solidFill>
              <a:srgbClr val="B7B7B7"/>
            </a:solidFill>
            <a:prstDash val="solid"/>
            <a:round/>
            <a:headEnd len="med" w="med" type="none"/>
            <a:tailEnd len="med" w="med" type="none"/>
          </a:ln>
        </p:spPr>
      </p:cxnSp>
      <p:cxnSp>
        <p:nvCxnSpPr>
          <p:cNvPr id="464" name="Google Shape;464;p36"/>
          <p:cNvCxnSpPr>
            <a:stCxn id="449" idx="3"/>
            <a:endCxn id="450" idx="1"/>
          </p:cNvCxnSpPr>
          <p:nvPr/>
        </p:nvCxnSpPr>
        <p:spPr>
          <a:xfrm>
            <a:off x="5444775" y="3649950"/>
            <a:ext cx="907800" cy="363600"/>
          </a:xfrm>
          <a:prstGeom prst="bentConnector3">
            <a:avLst>
              <a:gd fmla="val 49994" name="adj1"/>
            </a:avLst>
          </a:prstGeom>
          <a:noFill/>
          <a:ln cap="flat" cmpd="sng" w="9525">
            <a:solidFill>
              <a:srgbClr val="B7B7B7"/>
            </a:solidFill>
            <a:prstDash val="solid"/>
            <a:round/>
            <a:headEnd len="med" w="med" type="none"/>
            <a:tailEnd len="med" w="med" type="none"/>
          </a:ln>
        </p:spPr>
      </p:cxnSp>
      <p:cxnSp>
        <p:nvCxnSpPr>
          <p:cNvPr id="465" name="Google Shape;465;p36"/>
          <p:cNvCxnSpPr>
            <a:stCxn id="449" idx="3"/>
            <a:endCxn id="454" idx="1"/>
          </p:cNvCxnSpPr>
          <p:nvPr/>
        </p:nvCxnSpPr>
        <p:spPr>
          <a:xfrm>
            <a:off x="5444775" y="3649950"/>
            <a:ext cx="907800" cy="745200"/>
          </a:xfrm>
          <a:prstGeom prst="bentConnector3">
            <a:avLst>
              <a:gd fmla="val 49994" name="adj1"/>
            </a:avLst>
          </a:prstGeom>
          <a:noFill/>
          <a:ln cap="flat" cmpd="sng" w="9525">
            <a:solidFill>
              <a:srgbClr val="B7B7B7"/>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7"/>
          <p:cNvSpPr/>
          <p:nvPr/>
        </p:nvSpPr>
        <p:spPr>
          <a:xfrm>
            <a:off x="2395800" y="923175"/>
            <a:ext cx="6334200" cy="3840900"/>
          </a:xfrm>
          <a:prstGeom prst="roundRect">
            <a:avLst>
              <a:gd fmla="val 1506" name="adj"/>
            </a:avLst>
          </a:prstGeom>
          <a:solidFill>
            <a:srgbClr val="FF2200">
              <a:alpha val="5000"/>
            </a:srgbClr>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37"/>
          <p:cNvSpPr/>
          <p:nvPr/>
        </p:nvSpPr>
        <p:spPr>
          <a:xfrm>
            <a:off x="454375" y="923175"/>
            <a:ext cx="1706400" cy="3840900"/>
          </a:xfrm>
          <a:prstGeom prst="roundRect">
            <a:avLst>
              <a:gd fmla="val 2285" name="adj"/>
            </a:avLst>
          </a:prstGeom>
          <a:solidFill>
            <a:srgbClr val="B69256">
              <a:alpha val="20000"/>
            </a:srgbClr>
          </a:solidFill>
          <a:ln cap="flat" cmpd="sng" w="9525">
            <a:solidFill>
              <a:srgbClr val="D5CCB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37"/>
          <p:cNvSpPr txBox="1"/>
          <p:nvPr>
            <p:ph type="title"/>
          </p:nvPr>
        </p:nvSpPr>
        <p:spPr>
          <a:xfrm>
            <a:off x="431997"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Development Team</a:t>
            </a:r>
            <a:endParaRPr/>
          </a:p>
        </p:txBody>
      </p:sp>
      <p:sp>
        <p:nvSpPr>
          <p:cNvPr id="473" name="Google Shape;473;p37"/>
          <p:cNvSpPr/>
          <p:nvPr/>
        </p:nvSpPr>
        <p:spPr>
          <a:xfrm>
            <a:off x="617425" y="1468938"/>
            <a:ext cx="13803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Product Owner</a:t>
            </a:r>
            <a:endParaRPr b="1" sz="900">
              <a:solidFill>
                <a:srgbClr val="FFFFFF"/>
              </a:solidFill>
              <a:latin typeface="Zen Kaku Gothic New"/>
              <a:ea typeface="Zen Kaku Gothic New"/>
              <a:cs typeface="Zen Kaku Gothic New"/>
              <a:sym typeface="Zen Kaku Gothic New"/>
            </a:endParaRPr>
          </a:p>
        </p:txBody>
      </p:sp>
      <p:sp>
        <p:nvSpPr>
          <p:cNvPr id="474" name="Google Shape;474;p37"/>
          <p:cNvSpPr/>
          <p:nvPr/>
        </p:nvSpPr>
        <p:spPr>
          <a:xfrm>
            <a:off x="2555627" y="19618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t>
            </a:r>
            <a:r>
              <a:rPr b="1" lang="ja" sz="900">
                <a:solidFill>
                  <a:srgbClr val="FFFFFF"/>
                </a:solidFill>
                <a:latin typeface="Zen Kaku Gothic New"/>
                <a:ea typeface="Zen Kaku Gothic New"/>
                <a:cs typeface="Zen Kaku Gothic New"/>
                <a:sym typeface="Zen Kaku Gothic New"/>
              </a:rPr>
              <a:t>PM (JP)</a:t>
            </a:r>
            <a:endParaRPr b="1" sz="900">
              <a:solidFill>
                <a:srgbClr val="FFFFFF"/>
              </a:solidFill>
              <a:latin typeface="Zen Kaku Gothic New"/>
              <a:ea typeface="Zen Kaku Gothic New"/>
              <a:cs typeface="Zen Kaku Gothic New"/>
              <a:sym typeface="Zen Kaku Gothic New"/>
            </a:endParaRPr>
          </a:p>
        </p:txBody>
      </p:sp>
      <p:sp>
        <p:nvSpPr>
          <p:cNvPr id="475" name="Google Shape;475;p37"/>
          <p:cNvSpPr/>
          <p:nvPr/>
        </p:nvSpPr>
        <p:spPr>
          <a:xfrm>
            <a:off x="3510589" y="38653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t>
            </a:r>
            <a:r>
              <a:rPr b="1" lang="ja" sz="900">
                <a:solidFill>
                  <a:srgbClr val="FFFFFF"/>
                </a:solidFill>
                <a:latin typeface="Zen Kaku Gothic New"/>
                <a:ea typeface="Zen Kaku Gothic New"/>
                <a:cs typeface="Zen Kaku Gothic New"/>
                <a:sym typeface="Zen Kaku Gothic New"/>
              </a:rPr>
              <a:t>Designer</a:t>
            </a:r>
            <a:r>
              <a:rPr b="1" lang="ja" sz="900">
                <a:solidFill>
                  <a:srgbClr val="FFFFFF"/>
                </a:solidFill>
                <a:latin typeface="Zen Kaku Gothic New"/>
                <a:ea typeface="Zen Kaku Gothic New"/>
                <a:cs typeface="Zen Kaku Gothic New"/>
                <a:sym typeface="Zen Kaku Gothic New"/>
              </a:rPr>
              <a:t> (JP)</a:t>
            </a:r>
            <a:endParaRPr b="1" sz="900">
              <a:solidFill>
                <a:srgbClr val="FFFFFF"/>
              </a:solidFill>
              <a:latin typeface="Zen Kaku Gothic New"/>
              <a:ea typeface="Zen Kaku Gothic New"/>
              <a:cs typeface="Zen Kaku Gothic New"/>
              <a:sym typeface="Zen Kaku Gothic New"/>
            </a:endParaRPr>
          </a:p>
        </p:txBody>
      </p:sp>
      <p:sp>
        <p:nvSpPr>
          <p:cNvPr id="476" name="Google Shape;476;p37"/>
          <p:cNvSpPr/>
          <p:nvPr/>
        </p:nvSpPr>
        <p:spPr>
          <a:xfrm>
            <a:off x="7033700" y="1961850"/>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BrSE</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77" name="Google Shape;477;p37"/>
          <p:cNvSpPr/>
          <p:nvPr/>
        </p:nvSpPr>
        <p:spPr>
          <a:xfrm>
            <a:off x="7033704" y="4341225"/>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Infra </a:t>
            </a:r>
            <a:r>
              <a:rPr b="1" lang="ja" sz="900">
                <a:solidFill>
                  <a:srgbClr val="FFFFFF"/>
                </a:solidFill>
                <a:latin typeface="Zen Kaku Gothic New"/>
                <a:ea typeface="Zen Kaku Gothic New"/>
                <a:cs typeface="Zen Kaku Gothic New"/>
                <a:sym typeface="Zen Kaku Gothic New"/>
              </a:rPr>
              <a:t>Engineer (VN)</a:t>
            </a:r>
            <a:r>
              <a:rPr b="1" lang="ja" sz="900">
                <a:solidFill>
                  <a:srgbClr val="FFFFFF"/>
                </a:solidFill>
                <a:latin typeface="Zen Kaku Gothic New"/>
                <a:ea typeface="Zen Kaku Gothic New"/>
                <a:cs typeface="Zen Kaku Gothic New"/>
                <a:sym typeface="Zen Kaku Gothic New"/>
              </a:rPr>
              <a:t> </a:t>
            </a:r>
            <a:endParaRPr b="1" sz="900">
              <a:solidFill>
                <a:srgbClr val="FFFFFF"/>
              </a:solidFill>
              <a:latin typeface="Zen Kaku Gothic New"/>
              <a:ea typeface="Zen Kaku Gothic New"/>
              <a:cs typeface="Zen Kaku Gothic New"/>
              <a:sym typeface="Zen Kaku Gothic New"/>
            </a:endParaRPr>
          </a:p>
        </p:txBody>
      </p:sp>
      <p:sp>
        <p:nvSpPr>
          <p:cNvPr id="478" name="Google Shape;478;p37"/>
          <p:cNvSpPr/>
          <p:nvPr/>
        </p:nvSpPr>
        <p:spPr>
          <a:xfrm>
            <a:off x="5133564" y="2437713"/>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PSM</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79" name="Google Shape;479;p37"/>
          <p:cNvSpPr/>
          <p:nvPr/>
        </p:nvSpPr>
        <p:spPr>
          <a:xfrm>
            <a:off x="7033704" y="2437725"/>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Backend Engineers</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80" name="Google Shape;480;p37"/>
          <p:cNvSpPr/>
          <p:nvPr/>
        </p:nvSpPr>
        <p:spPr>
          <a:xfrm>
            <a:off x="7033704" y="2913600"/>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Frontend Engineers</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81" name="Google Shape;481;p37"/>
          <p:cNvSpPr/>
          <p:nvPr/>
        </p:nvSpPr>
        <p:spPr>
          <a:xfrm>
            <a:off x="7033704" y="3389475"/>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QAs</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cxnSp>
        <p:nvCxnSpPr>
          <p:cNvPr id="482" name="Google Shape;482;p37"/>
          <p:cNvCxnSpPr>
            <a:stCxn id="474" idx="2"/>
            <a:endCxn id="483" idx="0"/>
          </p:cNvCxnSpPr>
          <p:nvPr/>
        </p:nvCxnSpPr>
        <p:spPr>
          <a:xfrm flipH="1" rot="-5400000">
            <a:off x="2182877" y="3277638"/>
            <a:ext cx="2126400" cy="600"/>
          </a:xfrm>
          <a:prstGeom prst="bentConnector3">
            <a:avLst>
              <a:gd fmla="val 50001" name="adj1"/>
            </a:avLst>
          </a:prstGeom>
          <a:noFill/>
          <a:ln cap="flat" cmpd="sng" w="9525">
            <a:solidFill>
              <a:srgbClr val="666666"/>
            </a:solidFill>
            <a:prstDash val="solid"/>
            <a:round/>
            <a:headEnd len="med" w="med" type="none"/>
            <a:tailEnd len="med" w="med" type="none"/>
          </a:ln>
        </p:spPr>
      </p:cxnSp>
      <p:sp>
        <p:nvSpPr>
          <p:cNvPr id="484" name="Google Shape;484;p37"/>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Team Structure</a:t>
            </a:r>
            <a:r>
              <a:rPr lang="ja">
                <a:solidFill>
                  <a:srgbClr val="999999"/>
                </a:solidFill>
              </a:rPr>
              <a:t>  ｜</a:t>
            </a:r>
            <a:r>
              <a:rPr lang="ja">
                <a:solidFill>
                  <a:srgbClr val="999999"/>
                </a:solidFill>
              </a:rPr>
              <a:t> </a:t>
            </a:r>
            <a:r>
              <a:rPr lang="ja">
                <a:solidFill>
                  <a:schemeClr val="accent1"/>
                </a:solidFill>
                <a:latin typeface="Arial"/>
                <a:ea typeface="Arial"/>
                <a:cs typeface="Arial"/>
                <a:sym typeface="Arial"/>
              </a:rPr>
              <a:t>Team structure</a:t>
            </a:r>
            <a:endParaRPr>
              <a:solidFill>
                <a:schemeClr val="accent1"/>
              </a:solidFill>
            </a:endParaRPr>
          </a:p>
        </p:txBody>
      </p:sp>
      <p:sp>
        <p:nvSpPr>
          <p:cNvPr id="485" name="Google Shape;485;p37"/>
          <p:cNvSpPr/>
          <p:nvPr/>
        </p:nvSpPr>
        <p:spPr>
          <a:xfrm>
            <a:off x="617425" y="1962138"/>
            <a:ext cx="13803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Product </a:t>
            </a:r>
            <a:r>
              <a:rPr b="1" lang="ja" sz="900">
                <a:solidFill>
                  <a:srgbClr val="FFFFFF"/>
                </a:solidFill>
                <a:latin typeface="Zen Kaku Gothic New"/>
                <a:ea typeface="Zen Kaku Gothic New"/>
                <a:cs typeface="Zen Kaku Gothic New"/>
                <a:sym typeface="Zen Kaku Gothic New"/>
              </a:rPr>
              <a:t>Manager</a:t>
            </a:r>
            <a:endParaRPr b="1" sz="900">
              <a:solidFill>
                <a:srgbClr val="FFFFFF"/>
              </a:solidFill>
              <a:latin typeface="Zen Kaku Gothic New"/>
              <a:ea typeface="Zen Kaku Gothic New"/>
              <a:cs typeface="Zen Kaku Gothic New"/>
              <a:sym typeface="Zen Kaku Gothic New"/>
            </a:endParaRPr>
          </a:p>
        </p:txBody>
      </p:sp>
      <p:sp>
        <p:nvSpPr>
          <p:cNvPr id="486" name="Google Shape;486;p37"/>
          <p:cNvSpPr/>
          <p:nvPr/>
        </p:nvSpPr>
        <p:spPr>
          <a:xfrm>
            <a:off x="617425" y="2455338"/>
            <a:ext cx="13803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Product </a:t>
            </a:r>
            <a:r>
              <a:rPr b="1" lang="ja" sz="900">
                <a:solidFill>
                  <a:srgbClr val="FFFFFF"/>
                </a:solidFill>
                <a:latin typeface="Zen Kaku Gothic New"/>
                <a:ea typeface="Zen Kaku Gothic New"/>
                <a:cs typeface="Zen Kaku Gothic New"/>
                <a:sym typeface="Zen Kaku Gothic New"/>
              </a:rPr>
              <a:t>Member</a:t>
            </a:r>
            <a:endParaRPr b="1" sz="900">
              <a:solidFill>
                <a:srgbClr val="FFFFFF"/>
              </a:solidFill>
              <a:latin typeface="Zen Kaku Gothic New"/>
              <a:ea typeface="Zen Kaku Gothic New"/>
              <a:cs typeface="Zen Kaku Gothic New"/>
              <a:sym typeface="Zen Kaku Gothic New"/>
            </a:endParaRPr>
          </a:p>
        </p:txBody>
      </p:sp>
      <p:sp>
        <p:nvSpPr>
          <p:cNvPr id="487" name="Google Shape;487;p37"/>
          <p:cNvSpPr txBox="1"/>
          <p:nvPr/>
        </p:nvSpPr>
        <p:spPr>
          <a:xfrm>
            <a:off x="583225" y="1090125"/>
            <a:ext cx="144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accent3"/>
                </a:solidFill>
                <a:latin typeface="Epilogue"/>
                <a:ea typeface="Epilogue"/>
                <a:cs typeface="Epilogue"/>
                <a:sym typeface="Epilogue"/>
              </a:rPr>
              <a:t>[---]</a:t>
            </a:r>
            <a:endParaRPr b="1" sz="1100">
              <a:solidFill>
                <a:schemeClr val="accent3"/>
              </a:solidFill>
              <a:latin typeface="Epilogue"/>
              <a:ea typeface="Epilogue"/>
              <a:cs typeface="Epilogue"/>
              <a:sym typeface="Epilogue"/>
            </a:endParaRPr>
          </a:p>
        </p:txBody>
      </p:sp>
      <p:pic>
        <p:nvPicPr>
          <p:cNvPr id="488" name="Google Shape;488;p37"/>
          <p:cNvPicPr preferRelativeResize="0"/>
          <p:nvPr/>
        </p:nvPicPr>
        <p:blipFill rotWithShape="1">
          <a:blip r:embed="rId3">
            <a:alphaModFix/>
          </a:blip>
          <a:srcRect b="0" l="0" r="0" t="0"/>
          <a:stretch/>
        </p:blipFill>
        <p:spPr>
          <a:xfrm>
            <a:off x="5364913" y="1096518"/>
            <a:ext cx="395975" cy="131211"/>
          </a:xfrm>
          <a:prstGeom prst="rect">
            <a:avLst/>
          </a:prstGeom>
          <a:noFill/>
          <a:ln>
            <a:noFill/>
          </a:ln>
        </p:spPr>
      </p:pic>
      <p:cxnSp>
        <p:nvCxnSpPr>
          <p:cNvPr id="489" name="Google Shape;489;p37"/>
          <p:cNvCxnSpPr>
            <a:stCxn id="473" idx="2"/>
            <a:endCxn id="485" idx="0"/>
          </p:cNvCxnSpPr>
          <p:nvPr/>
        </p:nvCxnSpPr>
        <p:spPr>
          <a:xfrm>
            <a:off x="1307575" y="1721838"/>
            <a:ext cx="0" cy="240300"/>
          </a:xfrm>
          <a:prstGeom prst="straightConnector1">
            <a:avLst/>
          </a:prstGeom>
          <a:noFill/>
          <a:ln cap="flat" cmpd="sng" w="9525">
            <a:solidFill>
              <a:srgbClr val="666666"/>
            </a:solidFill>
            <a:prstDash val="solid"/>
            <a:round/>
            <a:headEnd len="med" w="med" type="none"/>
            <a:tailEnd len="med" w="med" type="none"/>
          </a:ln>
        </p:spPr>
      </p:cxnSp>
      <p:cxnSp>
        <p:nvCxnSpPr>
          <p:cNvPr id="490" name="Google Shape;490;p37"/>
          <p:cNvCxnSpPr>
            <a:stCxn id="485" idx="2"/>
            <a:endCxn id="486" idx="0"/>
          </p:cNvCxnSpPr>
          <p:nvPr/>
        </p:nvCxnSpPr>
        <p:spPr>
          <a:xfrm>
            <a:off x="1307575" y="2215038"/>
            <a:ext cx="0" cy="240300"/>
          </a:xfrm>
          <a:prstGeom prst="straightConnector1">
            <a:avLst/>
          </a:prstGeom>
          <a:noFill/>
          <a:ln cap="flat" cmpd="sng" w="9525">
            <a:solidFill>
              <a:srgbClr val="666666"/>
            </a:solidFill>
            <a:prstDash val="solid"/>
            <a:round/>
            <a:headEnd len="med" w="med" type="none"/>
            <a:tailEnd len="med" w="med" type="none"/>
          </a:ln>
        </p:spPr>
      </p:cxnSp>
      <p:cxnSp>
        <p:nvCxnSpPr>
          <p:cNvPr id="491" name="Google Shape;491;p37"/>
          <p:cNvCxnSpPr>
            <a:stCxn id="485" idx="3"/>
            <a:endCxn id="474" idx="1"/>
          </p:cNvCxnSpPr>
          <p:nvPr/>
        </p:nvCxnSpPr>
        <p:spPr>
          <a:xfrm flipH="1" rot="10800000">
            <a:off x="1997725" y="2088288"/>
            <a:ext cx="558000" cy="300"/>
          </a:xfrm>
          <a:prstGeom prst="straightConnector1">
            <a:avLst/>
          </a:prstGeom>
          <a:noFill/>
          <a:ln cap="flat" cmpd="sng" w="9525">
            <a:solidFill>
              <a:srgbClr val="666666"/>
            </a:solidFill>
            <a:prstDash val="solid"/>
            <a:round/>
            <a:headEnd len="med" w="med" type="none"/>
            <a:tailEnd len="med" w="med" type="none"/>
          </a:ln>
        </p:spPr>
      </p:cxnSp>
      <p:cxnSp>
        <p:nvCxnSpPr>
          <p:cNvPr id="492" name="Google Shape;492;p37"/>
          <p:cNvCxnSpPr>
            <a:stCxn id="474" idx="2"/>
            <a:endCxn id="475" idx="1"/>
          </p:cNvCxnSpPr>
          <p:nvPr/>
        </p:nvCxnSpPr>
        <p:spPr>
          <a:xfrm flipH="1" rot="-5400000">
            <a:off x="2489627" y="2970888"/>
            <a:ext cx="1777200" cy="264900"/>
          </a:xfrm>
          <a:prstGeom prst="bentConnector2">
            <a:avLst/>
          </a:prstGeom>
          <a:noFill/>
          <a:ln cap="flat" cmpd="sng" w="9525">
            <a:solidFill>
              <a:srgbClr val="666666"/>
            </a:solidFill>
            <a:prstDash val="solid"/>
            <a:round/>
            <a:headEnd len="med" w="med" type="none"/>
            <a:tailEnd len="med" w="med" type="none"/>
          </a:ln>
        </p:spPr>
      </p:cxnSp>
      <p:cxnSp>
        <p:nvCxnSpPr>
          <p:cNvPr id="493" name="Google Shape;493;p37"/>
          <p:cNvCxnSpPr>
            <a:stCxn id="474" idx="2"/>
            <a:endCxn id="494" idx="1"/>
          </p:cNvCxnSpPr>
          <p:nvPr/>
        </p:nvCxnSpPr>
        <p:spPr>
          <a:xfrm flipH="1" rot="-5400000">
            <a:off x="2727677" y="2732838"/>
            <a:ext cx="1301100" cy="264900"/>
          </a:xfrm>
          <a:prstGeom prst="bentConnector2">
            <a:avLst/>
          </a:prstGeom>
          <a:noFill/>
          <a:ln cap="flat" cmpd="sng" w="9525">
            <a:solidFill>
              <a:srgbClr val="666666"/>
            </a:solidFill>
            <a:prstDash val="solid"/>
            <a:round/>
            <a:headEnd len="med" w="med" type="none"/>
            <a:tailEnd len="med" w="med" type="none"/>
          </a:ln>
        </p:spPr>
      </p:cxnSp>
      <p:sp>
        <p:nvSpPr>
          <p:cNvPr id="495" name="Google Shape;495;p37"/>
          <p:cNvSpPr/>
          <p:nvPr/>
        </p:nvSpPr>
        <p:spPr>
          <a:xfrm>
            <a:off x="5133564" y="1961838"/>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BrSE</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96" name="Google Shape;496;p37"/>
          <p:cNvSpPr/>
          <p:nvPr/>
        </p:nvSpPr>
        <p:spPr>
          <a:xfrm>
            <a:off x="5155113" y="38653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Designers</a:t>
            </a:r>
            <a:r>
              <a:rPr b="1" lang="ja" sz="900">
                <a:solidFill>
                  <a:srgbClr val="FFFFFF"/>
                </a:solidFill>
                <a:latin typeface="Zen Kaku Gothic New"/>
                <a:ea typeface="Zen Kaku Gothic New"/>
                <a:cs typeface="Zen Kaku Gothic New"/>
                <a:sym typeface="Zen Kaku Gothic New"/>
              </a:rPr>
              <a:t> (JP)</a:t>
            </a:r>
            <a:endParaRPr b="1" sz="900">
              <a:solidFill>
                <a:srgbClr val="FFFFFF"/>
              </a:solidFill>
              <a:latin typeface="Zen Kaku Gothic New"/>
              <a:ea typeface="Zen Kaku Gothic New"/>
              <a:cs typeface="Zen Kaku Gothic New"/>
              <a:sym typeface="Zen Kaku Gothic New"/>
            </a:endParaRPr>
          </a:p>
        </p:txBody>
      </p:sp>
      <p:sp>
        <p:nvSpPr>
          <p:cNvPr id="497" name="Google Shape;497;p37"/>
          <p:cNvSpPr/>
          <p:nvPr/>
        </p:nvSpPr>
        <p:spPr>
          <a:xfrm>
            <a:off x="2555802" y="14686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Account Support</a:t>
            </a:r>
            <a:endParaRPr b="1" sz="900">
              <a:solidFill>
                <a:srgbClr val="FFFFFF"/>
              </a:solidFill>
              <a:latin typeface="Zen Kaku Gothic New"/>
              <a:ea typeface="Zen Kaku Gothic New"/>
              <a:cs typeface="Zen Kaku Gothic New"/>
              <a:sym typeface="Zen Kaku Gothic New"/>
            </a:endParaRPr>
          </a:p>
        </p:txBody>
      </p:sp>
      <p:cxnSp>
        <p:nvCxnSpPr>
          <p:cNvPr id="498" name="Google Shape;498;p37"/>
          <p:cNvCxnSpPr>
            <a:stCxn id="473" idx="3"/>
            <a:endCxn id="497" idx="1"/>
          </p:cNvCxnSpPr>
          <p:nvPr/>
        </p:nvCxnSpPr>
        <p:spPr>
          <a:xfrm flipH="1" rot="10800000">
            <a:off x="1997725" y="1595088"/>
            <a:ext cx="558000" cy="300"/>
          </a:xfrm>
          <a:prstGeom prst="straightConnector1">
            <a:avLst/>
          </a:prstGeom>
          <a:noFill/>
          <a:ln cap="flat" cmpd="sng" w="9525">
            <a:solidFill>
              <a:srgbClr val="666666"/>
            </a:solidFill>
            <a:prstDash val="solid"/>
            <a:round/>
            <a:headEnd len="med" w="med" type="none"/>
            <a:tailEnd len="med" w="med" type="none"/>
          </a:ln>
        </p:spPr>
      </p:cxnSp>
      <p:cxnSp>
        <p:nvCxnSpPr>
          <p:cNvPr id="499" name="Google Shape;499;p37"/>
          <p:cNvCxnSpPr>
            <a:stCxn id="475" idx="3"/>
            <a:endCxn id="496" idx="1"/>
          </p:cNvCxnSpPr>
          <p:nvPr/>
        </p:nvCxnSpPr>
        <p:spPr>
          <a:xfrm>
            <a:off x="4890889" y="3991788"/>
            <a:ext cx="264300" cy="0"/>
          </a:xfrm>
          <a:prstGeom prst="straightConnector1">
            <a:avLst/>
          </a:prstGeom>
          <a:noFill/>
          <a:ln cap="flat" cmpd="sng" w="9525">
            <a:solidFill>
              <a:srgbClr val="666666"/>
            </a:solidFill>
            <a:prstDash val="solid"/>
            <a:round/>
            <a:headEnd len="med" w="med" type="none"/>
            <a:tailEnd len="med" w="med" type="none"/>
          </a:ln>
        </p:spPr>
      </p:cxnSp>
      <p:sp>
        <p:nvSpPr>
          <p:cNvPr id="500" name="Google Shape;500;p37"/>
          <p:cNvSpPr/>
          <p:nvPr/>
        </p:nvSpPr>
        <p:spPr>
          <a:xfrm>
            <a:off x="7033702" y="3865338"/>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Designer</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501" name="Google Shape;501;p37"/>
          <p:cNvSpPr/>
          <p:nvPr/>
        </p:nvSpPr>
        <p:spPr>
          <a:xfrm>
            <a:off x="5133564" y="2913588"/>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Communicator</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83" name="Google Shape;483;p37"/>
          <p:cNvSpPr/>
          <p:nvPr/>
        </p:nvSpPr>
        <p:spPr>
          <a:xfrm>
            <a:off x="2555614" y="4341200"/>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Senior </a:t>
            </a:r>
            <a:r>
              <a:rPr b="1" lang="ja" sz="900">
                <a:solidFill>
                  <a:srgbClr val="FFFFFF"/>
                </a:solidFill>
                <a:latin typeface="Zen Kaku Gothic New"/>
                <a:ea typeface="Zen Kaku Gothic New"/>
                <a:cs typeface="Zen Kaku Gothic New"/>
                <a:sym typeface="Zen Kaku Gothic New"/>
              </a:rPr>
              <a:t>PM</a:t>
            </a:r>
            <a:r>
              <a:rPr b="1" lang="ja" sz="900">
                <a:solidFill>
                  <a:srgbClr val="FFFFFF"/>
                </a:solidFill>
                <a:latin typeface="Zen Kaku Gothic New"/>
                <a:ea typeface="Zen Kaku Gothic New"/>
                <a:cs typeface="Zen Kaku Gothic New"/>
                <a:sym typeface="Zen Kaku Gothic New"/>
              </a:rPr>
              <a:t> (JP)</a:t>
            </a:r>
            <a:endParaRPr b="1" sz="900">
              <a:solidFill>
                <a:srgbClr val="FFFFFF"/>
              </a:solidFill>
              <a:latin typeface="Zen Kaku Gothic New"/>
              <a:ea typeface="Zen Kaku Gothic New"/>
              <a:cs typeface="Zen Kaku Gothic New"/>
              <a:sym typeface="Zen Kaku Gothic New"/>
            </a:endParaRPr>
          </a:p>
        </p:txBody>
      </p:sp>
      <p:sp>
        <p:nvSpPr>
          <p:cNvPr id="494" name="Google Shape;494;p37"/>
          <p:cNvSpPr/>
          <p:nvPr/>
        </p:nvSpPr>
        <p:spPr>
          <a:xfrm>
            <a:off x="3510589" y="3389463"/>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t>
            </a:r>
            <a:r>
              <a:rPr b="1" lang="ja" sz="900">
                <a:solidFill>
                  <a:srgbClr val="FFFFFF"/>
                </a:solidFill>
                <a:latin typeface="Zen Kaku Gothic New"/>
                <a:ea typeface="Zen Kaku Gothic New"/>
                <a:cs typeface="Zen Kaku Gothic New"/>
                <a:sym typeface="Zen Kaku Gothic New"/>
              </a:rPr>
              <a:t>Engineer (JP)</a:t>
            </a:r>
            <a:endParaRPr b="1" sz="900">
              <a:solidFill>
                <a:srgbClr val="FFFFFF"/>
              </a:solidFill>
              <a:latin typeface="Zen Kaku Gothic New"/>
              <a:ea typeface="Zen Kaku Gothic New"/>
              <a:cs typeface="Zen Kaku Gothic New"/>
              <a:sym typeface="Zen Kaku Gothic New"/>
            </a:endParaRPr>
          </a:p>
        </p:txBody>
      </p:sp>
      <p:cxnSp>
        <p:nvCxnSpPr>
          <p:cNvPr id="502" name="Google Shape;502;p37"/>
          <p:cNvCxnSpPr>
            <a:stCxn id="474" idx="3"/>
            <a:endCxn id="495" idx="1"/>
          </p:cNvCxnSpPr>
          <p:nvPr/>
        </p:nvCxnSpPr>
        <p:spPr>
          <a:xfrm>
            <a:off x="3935927" y="2088288"/>
            <a:ext cx="1197600" cy="0"/>
          </a:xfrm>
          <a:prstGeom prst="straightConnector1">
            <a:avLst/>
          </a:prstGeom>
          <a:noFill/>
          <a:ln cap="flat" cmpd="sng" w="9525">
            <a:solidFill>
              <a:srgbClr val="666666"/>
            </a:solidFill>
            <a:prstDash val="solid"/>
            <a:round/>
            <a:headEnd len="med" w="med" type="none"/>
            <a:tailEnd len="med" w="med" type="none"/>
          </a:ln>
        </p:spPr>
      </p:cxnSp>
      <p:cxnSp>
        <p:nvCxnSpPr>
          <p:cNvPr id="503" name="Google Shape;503;p37"/>
          <p:cNvCxnSpPr>
            <a:stCxn id="474" idx="3"/>
            <a:endCxn id="501" idx="1"/>
          </p:cNvCxnSpPr>
          <p:nvPr/>
        </p:nvCxnSpPr>
        <p:spPr>
          <a:xfrm>
            <a:off x="3935927" y="2088288"/>
            <a:ext cx="1197600" cy="951900"/>
          </a:xfrm>
          <a:prstGeom prst="bentConnector3">
            <a:avLst>
              <a:gd fmla="val 50002" name="adj1"/>
            </a:avLst>
          </a:prstGeom>
          <a:noFill/>
          <a:ln cap="flat" cmpd="sng" w="9525">
            <a:solidFill>
              <a:srgbClr val="666666"/>
            </a:solidFill>
            <a:prstDash val="solid"/>
            <a:round/>
            <a:headEnd len="med" w="med" type="none"/>
            <a:tailEnd len="med" w="med" type="none"/>
          </a:ln>
        </p:spPr>
      </p:cxnSp>
      <p:cxnSp>
        <p:nvCxnSpPr>
          <p:cNvPr id="504" name="Google Shape;504;p37"/>
          <p:cNvCxnSpPr>
            <a:stCxn id="474" idx="3"/>
            <a:endCxn id="478" idx="1"/>
          </p:cNvCxnSpPr>
          <p:nvPr/>
        </p:nvCxnSpPr>
        <p:spPr>
          <a:xfrm>
            <a:off x="3935927" y="2088288"/>
            <a:ext cx="1197600" cy="475800"/>
          </a:xfrm>
          <a:prstGeom prst="bentConnector3">
            <a:avLst>
              <a:gd fmla="val 50002" name="adj1"/>
            </a:avLst>
          </a:prstGeom>
          <a:noFill/>
          <a:ln cap="flat" cmpd="sng" w="9525">
            <a:solidFill>
              <a:srgbClr val="666666"/>
            </a:solidFill>
            <a:prstDash val="solid"/>
            <a:round/>
            <a:headEnd len="med" w="med" type="none"/>
            <a:tailEnd len="med" w="med" type="none"/>
          </a:ln>
        </p:spPr>
      </p:cxnSp>
      <p:sp>
        <p:nvSpPr>
          <p:cNvPr id="505" name="Google Shape;505;p37"/>
          <p:cNvSpPr/>
          <p:nvPr/>
        </p:nvSpPr>
        <p:spPr>
          <a:xfrm>
            <a:off x="5155125" y="4341213"/>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AI</a:t>
            </a:r>
            <a:r>
              <a:rPr b="1" lang="ja" sz="900">
                <a:solidFill>
                  <a:srgbClr val="FFFFFF"/>
                </a:solidFill>
                <a:latin typeface="Zen Kaku Gothic New"/>
                <a:ea typeface="Zen Kaku Gothic New"/>
                <a:cs typeface="Zen Kaku Gothic New"/>
                <a:sym typeface="Zen Kaku Gothic New"/>
              </a:rPr>
              <a:t> Engineer</a:t>
            </a:r>
            <a:r>
              <a:rPr b="1" lang="ja" sz="900">
                <a:solidFill>
                  <a:srgbClr val="FFFFFF"/>
                </a:solidFill>
                <a:latin typeface="Zen Kaku Gothic New"/>
                <a:ea typeface="Zen Kaku Gothic New"/>
                <a:cs typeface="Zen Kaku Gothic New"/>
                <a:sym typeface="Zen Kaku Gothic New"/>
              </a:rPr>
              <a:t> (VN)</a:t>
            </a:r>
            <a:r>
              <a:rPr b="1" lang="ja" sz="900">
                <a:solidFill>
                  <a:srgbClr val="FFFFFF"/>
                </a:solidFill>
                <a:latin typeface="Zen Kaku Gothic New"/>
                <a:ea typeface="Zen Kaku Gothic New"/>
                <a:cs typeface="Zen Kaku Gothic New"/>
                <a:sym typeface="Zen Kaku Gothic New"/>
              </a:rPr>
              <a:t> </a:t>
            </a:r>
            <a:endParaRPr b="1" sz="900">
              <a:solidFill>
                <a:srgbClr val="FFFFFF"/>
              </a:solidFill>
              <a:latin typeface="Zen Kaku Gothic New"/>
              <a:ea typeface="Zen Kaku Gothic New"/>
              <a:cs typeface="Zen Kaku Gothic New"/>
              <a:sym typeface="Zen Kaku Gothic New"/>
            </a:endParaRPr>
          </a:p>
        </p:txBody>
      </p:sp>
      <p:cxnSp>
        <p:nvCxnSpPr>
          <p:cNvPr id="506" name="Google Shape;506;p37"/>
          <p:cNvCxnSpPr>
            <a:stCxn id="495" idx="3"/>
            <a:endCxn id="479" idx="1"/>
          </p:cNvCxnSpPr>
          <p:nvPr/>
        </p:nvCxnSpPr>
        <p:spPr>
          <a:xfrm>
            <a:off x="6513864" y="2088288"/>
            <a:ext cx="519900" cy="475800"/>
          </a:xfrm>
          <a:prstGeom prst="bentConnector3">
            <a:avLst>
              <a:gd fmla="val 49994" name="adj1"/>
            </a:avLst>
          </a:prstGeom>
          <a:noFill/>
          <a:ln cap="flat" cmpd="sng" w="9525">
            <a:solidFill>
              <a:schemeClr val="lt1"/>
            </a:solidFill>
            <a:prstDash val="solid"/>
            <a:round/>
            <a:headEnd len="med" w="med" type="none"/>
            <a:tailEnd len="med" w="med" type="none"/>
          </a:ln>
        </p:spPr>
      </p:cxnSp>
      <p:cxnSp>
        <p:nvCxnSpPr>
          <p:cNvPr id="507" name="Google Shape;507;p37"/>
          <p:cNvCxnSpPr>
            <a:stCxn id="495" idx="3"/>
            <a:endCxn id="480" idx="1"/>
          </p:cNvCxnSpPr>
          <p:nvPr/>
        </p:nvCxnSpPr>
        <p:spPr>
          <a:xfrm>
            <a:off x="6513864" y="2088288"/>
            <a:ext cx="519900" cy="951900"/>
          </a:xfrm>
          <a:prstGeom prst="bentConnector3">
            <a:avLst>
              <a:gd fmla="val 49994" name="adj1"/>
            </a:avLst>
          </a:prstGeom>
          <a:noFill/>
          <a:ln cap="flat" cmpd="sng" w="9525">
            <a:solidFill>
              <a:schemeClr val="lt1"/>
            </a:solidFill>
            <a:prstDash val="solid"/>
            <a:round/>
            <a:headEnd len="med" w="med" type="none"/>
            <a:tailEnd len="med" w="med" type="none"/>
          </a:ln>
        </p:spPr>
      </p:cxnSp>
      <p:cxnSp>
        <p:nvCxnSpPr>
          <p:cNvPr id="508" name="Google Shape;508;p37"/>
          <p:cNvCxnSpPr>
            <a:stCxn id="495" idx="3"/>
            <a:endCxn id="481" idx="1"/>
          </p:cNvCxnSpPr>
          <p:nvPr/>
        </p:nvCxnSpPr>
        <p:spPr>
          <a:xfrm>
            <a:off x="6513864" y="2088288"/>
            <a:ext cx="519900" cy="1427700"/>
          </a:xfrm>
          <a:prstGeom prst="bentConnector3">
            <a:avLst>
              <a:gd fmla="val 49994" name="adj1"/>
            </a:avLst>
          </a:prstGeom>
          <a:noFill/>
          <a:ln cap="flat" cmpd="sng" w="9525">
            <a:solidFill>
              <a:srgbClr val="666666"/>
            </a:solidFill>
            <a:prstDash val="solid"/>
            <a:round/>
            <a:headEnd len="med" w="med" type="none"/>
            <a:tailEnd len="med" w="med" type="none"/>
          </a:ln>
        </p:spPr>
      </p:cxnSp>
      <p:cxnSp>
        <p:nvCxnSpPr>
          <p:cNvPr id="509" name="Google Shape;509;p37"/>
          <p:cNvCxnSpPr>
            <a:stCxn id="495" idx="3"/>
            <a:endCxn id="477" idx="1"/>
          </p:cNvCxnSpPr>
          <p:nvPr/>
        </p:nvCxnSpPr>
        <p:spPr>
          <a:xfrm>
            <a:off x="6513864" y="2088288"/>
            <a:ext cx="519900" cy="2379300"/>
          </a:xfrm>
          <a:prstGeom prst="bentConnector3">
            <a:avLst>
              <a:gd fmla="val 49994" name="adj1"/>
            </a:avLst>
          </a:prstGeom>
          <a:noFill/>
          <a:ln cap="flat" cmpd="sng" w="9525">
            <a:solidFill>
              <a:srgbClr val="666666"/>
            </a:solidFill>
            <a:prstDash val="solid"/>
            <a:round/>
            <a:headEnd len="med" w="med" type="none"/>
            <a:tailEnd len="med" w="med" type="none"/>
          </a:ln>
        </p:spPr>
      </p:cxnSp>
      <p:cxnSp>
        <p:nvCxnSpPr>
          <p:cNvPr id="510" name="Google Shape;510;p37"/>
          <p:cNvCxnSpPr>
            <a:stCxn id="483" idx="3"/>
            <a:endCxn id="505" idx="1"/>
          </p:cNvCxnSpPr>
          <p:nvPr/>
        </p:nvCxnSpPr>
        <p:spPr>
          <a:xfrm>
            <a:off x="3935914" y="4467650"/>
            <a:ext cx="1219200" cy="0"/>
          </a:xfrm>
          <a:prstGeom prst="straightConnector1">
            <a:avLst/>
          </a:prstGeom>
          <a:noFill/>
          <a:ln cap="flat" cmpd="sng" w="9525">
            <a:solidFill>
              <a:srgbClr val="666666"/>
            </a:solidFill>
            <a:prstDash val="solid"/>
            <a:round/>
            <a:headEnd len="med" w="med" type="none"/>
            <a:tailEnd len="med" w="med" type="none"/>
          </a:ln>
        </p:spPr>
      </p:cxnSp>
      <p:cxnSp>
        <p:nvCxnSpPr>
          <p:cNvPr id="511" name="Google Shape;511;p37"/>
          <p:cNvCxnSpPr>
            <a:stCxn id="495" idx="3"/>
            <a:endCxn id="500" idx="1"/>
          </p:cNvCxnSpPr>
          <p:nvPr/>
        </p:nvCxnSpPr>
        <p:spPr>
          <a:xfrm>
            <a:off x="6513864" y="2088288"/>
            <a:ext cx="519900" cy="1903500"/>
          </a:xfrm>
          <a:prstGeom prst="bentConnector3">
            <a:avLst>
              <a:gd fmla="val 49994" name="adj1"/>
            </a:avLst>
          </a:prstGeom>
          <a:noFill/>
          <a:ln cap="flat" cmpd="sng" w="9525">
            <a:solidFill>
              <a:srgbClr val="666666"/>
            </a:solidFill>
            <a:prstDash val="solid"/>
            <a:round/>
            <a:headEnd len="med" w="med" type="none"/>
            <a:tailEnd len="med" w="med" type="none"/>
          </a:ln>
        </p:spPr>
      </p:cxnSp>
      <p:cxnSp>
        <p:nvCxnSpPr>
          <p:cNvPr id="512" name="Google Shape;512;p37"/>
          <p:cNvCxnSpPr>
            <a:stCxn id="495" idx="3"/>
            <a:endCxn id="476" idx="1"/>
          </p:cNvCxnSpPr>
          <p:nvPr/>
        </p:nvCxnSpPr>
        <p:spPr>
          <a:xfrm>
            <a:off x="6513864" y="2088288"/>
            <a:ext cx="519900" cy="600"/>
          </a:xfrm>
          <a:prstGeom prst="bentConnector3">
            <a:avLst>
              <a:gd fmla="val 49994" name="adj1"/>
            </a:avLst>
          </a:prstGeom>
          <a:noFill/>
          <a:ln cap="flat" cmpd="sng" w="9525">
            <a:solidFill>
              <a:srgbClr val="666666"/>
            </a:solidFill>
            <a:prstDash val="solid"/>
            <a:round/>
            <a:headEnd len="med" w="med" type="none"/>
            <a:tailEnd len="med" w="med" type="none"/>
          </a:ln>
        </p:spPr>
      </p:cxnSp>
      <p:sp>
        <p:nvSpPr>
          <p:cNvPr id="513" name="Google Shape;513;p37"/>
          <p:cNvSpPr/>
          <p:nvPr/>
        </p:nvSpPr>
        <p:spPr>
          <a:xfrm>
            <a:off x="7550675" y="617925"/>
            <a:ext cx="558000" cy="1692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JP</a:t>
            </a:r>
            <a:endParaRPr b="1" sz="700">
              <a:solidFill>
                <a:srgbClr val="FFFFFF"/>
              </a:solidFill>
              <a:latin typeface="Zen Kaku Gothic New"/>
              <a:ea typeface="Zen Kaku Gothic New"/>
              <a:cs typeface="Zen Kaku Gothic New"/>
              <a:sym typeface="Zen Kaku Gothic New"/>
            </a:endParaRPr>
          </a:p>
        </p:txBody>
      </p:sp>
      <p:sp>
        <p:nvSpPr>
          <p:cNvPr id="514" name="Google Shape;514;p37"/>
          <p:cNvSpPr/>
          <p:nvPr/>
        </p:nvSpPr>
        <p:spPr>
          <a:xfrm>
            <a:off x="8154000" y="617925"/>
            <a:ext cx="558000" cy="1692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a:t>
            </a:r>
            <a:r>
              <a:rPr b="1" lang="ja" sz="700">
                <a:solidFill>
                  <a:srgbClr val="FFFFFF"/>
                </a:solidFill>
                <a:latin typeface="Zen Kaku Gothic New"/>
                <a:ea typeface="Zen Kaku Gothic New"/>
                <a:cs typeface="Zen Kaku Gothic New"/>
                <a:sym typeface="Zen Kaku Gothic New"/>
              </a:rPr>
              <a:t>VN</a:t>
            </a:r>
            <a:endParaRPr b="1" sz="700">
              <a:solidFill>
                <a:srgbClr val="FFFFFF"/>
              </a:solidFill>
              <a:latin typeface="Zen Kaku Gothic New"/>
              <a:ea typeface="Zen Kaku Gothic New"/>
              <a:cs typeface="Zen Kaku Gothic New"/>
              <a:sym typeface="Zen Kaku Gothic New"/>
            </a:endParaRPr>
          </a:p>
        </p:txBody>
      </p:sp>
      <p:sp>
        <p:nvSpPr>
          <p:cNvPr id="515" name="Google Shape;515;p37"/>
          <p:cNvSpPr/>
          <p:nvPr/>
        </p:nvSpPr>
        <p:spPr>
          <a:xfrm>
            <a:off x="6985450" y="617925"/>
            <a:ext cx="519900" cy="1692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Client</a:t>
            </a:r>
            <a:endParaRPr b="1" sz="7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8"/>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Development Process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cxnSp>
        <p:nvCxnSpPr>
          <p:cNvPr id="525" name="Google Shape;525;p39"/>
          <p:cNvCxnSpPr/>
          <p:nvPr/>
        </p:nvCxnSpPr>
        <p:spPr>
          <a:xfrm>
            <a:off x="1045650" y="1075575"/>
            <a:ext cx="0" cy="3210600"/>
          </a:xfrm>
          <a:prstGeom prst="straightConnector1">
            <a:avLst/>
          </a:prstGeom>
          <a:noFill/>
          <a:ln cap="flat" cmpd="sng" w="9525">
            <a:solidFill>
              <a:schemeClr val="lt1"/>
            </a:solidFill>
            <a:prstDash val="dash"/>
            <a:round/>
            <a:headEnd len="med" w="med" type="none"/>
            <a:tailEnd len="med" w="med" type="none"/>
          </a:ln>
        </p:spPr>
      </p:cxnSp>
      <p:sp>
        <p:nvSpPr>
          <p:cNvPr id="526" name="Google Shape;526;p39"/>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Development Process</a:t>
            </a:r>
            <a:endParaRPr/>
          </a:p>
        </p:txBody>
      </p:sp>
      <p:sp>
        <p:nvSpPr>
          <p:cNvPr id="527" name="Google Shape;527;p39"/>
          <p:cNvSpPr/>
          <p:nvPr/>
        </p:nvSpPr>
        <p:spPr>
          <a:xfrm>
            <a:off x="1007850" y="1443800"/>
            <a:ext cx="75600" cy="75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39"/>
          <p:cNvSpPr/>
          <p:nvPr/>
        </p:nvSpPr>
        <p:spPr>
          <a:xfrm>
            <a:off x="1268000" y="1355150"/>
            <a:ext cx="1805400" cy="252900"/>
          </a:xfrm>
          <a:prstGeom prst="roundRect">
            <a:avLst>
              <a:gd fmla="val 2287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chemeClr val="dk1"/>
                </a:solidFill>
                <a:latin typeface="Noto Sans JP"/>
                <a:ea typeface="Noto Sans JP"/>
                <a:cs typeface="Noto Sans JP"/>
                <a:sym typeface="Noto Sans JP"/>
              </a:rPr>
              <a:t>Requirement definition</a:t>
            </a:r>
            <a:endParaRPr b="1" sz="1000">
              <a:solidFill>
                <a:schemeClr val="dk1"/>
              </a:solidFill>
              <a:latin typeface="Noto Sans JP"/>
              <a:ea typeface="Noto Sans JP"/>
              <a:cs typeface="Noto Sans JP"/>
              <a:sym typeface="Noto Sans JP"/>
            </a:endParaRPr>
          </a:p>
        </p:txBody>
      </p:sp>
      <p:sp>
        <p:nvSpPr>
          <p:cNvPr id="529" name="Google Shape;529;p39"/>
          <p:cNvSpPr/>
          <p:nvPr/>
        </p:nvSpPr>
        <p:spPr>
          <a:xfrm>
            <a:off x="1268000" y="2050625"/>
            <a:ext cx="1272000" cy="252900"/>
          </a:xfrm>
          <a:prstGeom prst="roundRect">
            <a:avLst>
              <a:gd fmla="val 1677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chemeClr val="dk1"/>
                </a:solidFill>
                <a:latin typeface="Noto Sans JP"/>
                <a:ea typeface="Noto Sans JP"/>
                <a:cs typeface="Noto Sans JP"/>
                <a:sym typeface="Noto Sans JP"/>
              </a:rPr>
              <a:t>Data definition</a:t>
            </a:r>
            <a:endParaRPr b="1" sz="1000">
              <a:solidFill>
                <a:schemeClr val="dk1"/>
              </a:solidFill>
              <a:latin typeface="Noto Sans JP"/>
              <a:ea typeface="Noto Sans JP"/>
              <a:cs typeface="Noto Sans JP"/>
              <a:sym typeface="Noto Sans JP"/>
            </a:endParaRPr>
          </a:p>
        </p:txBody>
      </p:sp>
      <p:sp>
        <p:nvSpPr>
          <p:cNvPr id="530" name="Google Shape;530;p39"/>
          <p:cNvSpPr/>
          <p:nvPr/>
        </p:nvSpPr>
        <p:spPr>
          <a:xfrm>
            <a:off x="1268000" y="2746100"/>
            <a:ext cx="1458300" cy="252900"/>
          </a:xfrm>
          <a:prstGeom prst="roundRect">
            <a:avLst>
              <a:gd fmla="val 1829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rgbClr val="FFFFFF"/>
                </a:solidFill>
                <a:latin typeface="Noto Sans JP"/>
                <a:ea typeface="Noto Sans JP"/>
                <a:cs typeface="Noto Sans JP"/>
                <a:sym typeface="Noto Sans JP"/>
              </a:rPr>
              <a:t>Iterating in Sprints</a:t>
            </a:r>
            <a:endParaRPr b="1" sz="1000">
              <a:solidFill>
                <a:srgbClr val="FFFFFF"/>
              </a:solidFill>
              <a:latin typeface="Noto Sans JP"/>
              <a:ea typeface="Noto Sans JP"/>
              <a:cs typeface="Noto Sans JP"/>
              <a:sym typeface="Noto Sans JP"/>
            </a:endParaRPr>
          </a:p>
        </p:txBody>
      </p:sp>
      <p:sp>
        <p:nvSpPr>
          <p:cNvPr id="531" name="Google Shape;531;p39"/>
          <p:cNvSpPr/>
          <p:nvPr/>
        </p:nvSpPr>
        <p:spPr>
          <a:xfrm>
            <a:off x="1268000" y="3441575"/>
            <a:ext cx="1458300" cy="252900"/>
          </a:xfrm>
          <a:prstGeom prst="roundRect">
            <a:avLst>
              <a:gd fmla="val 1983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chemeClr val="dk1"/>
                </a:solidFill>
                <a:latin typeface="Noto Sans JP"/>
                <a:ea typeface="Noto Sans JP"/>
                <a:cs typeface="Noto Sans JP"/>
                <a:sym typeface="Noto Sans JP"/>
              </a:rPr>
              <a:t>Production Release</a:t>
            </a:r>
            <a:endParaRPr b="1" sz="1000">
              <a:solidFill>
                <a:schemeClr val="dk1"/>
              </a:solidFill>
              <a:latin typeface="Noto Sans JP"/>
              <a:ea typeface="Noto Sans JP"/>
              <a:cs typeface="Noto Sans JP"/>
              <a:sym typeface="Noto Sans JP"/>
            </a:endParaRPr>
          </a:p>
        </p:txBody>
      </p:sp>
      <p:sp>
        <p:nvSpPr>
          <p:cNvPr id="532" name="Google Shape;532;p39"/>
          <p:cNvSpPr/>
          <p:nvPr/>
        </p:nvSpPr>
        <p:spPr>
          <a:xfrm>
            <a:off x="1007850" y="2139275"/>
            <a:ext cx="75600" cy="75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39"/>
          <p:cNvSpPr/>
          <p:nvPr/>
        </p:nvSpPr>
        <p:spPr>
          <a:xfrm>
            <a:off x="1007850" y="2834750"/>
            <a:ext cx="75600" cy="75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39"/>
          <p:cNvSpPr/>
          <p:nvPr/>
        </p:nvSpPr>
        <p:spPr>
          <a:xfrm>
            <a:off x="1007850" y="3530225"/>
            <a:ext cx="75600" cy="75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39"/>
          <p:cNvSpPr txBox="1"/>
          <p:nvPr/>
        </p:nvSpPr>
        <p:spPr>
          <a:xfrm>
            <a:off x="4946825" y="1201475"/>
            <a:ext cx="2078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1. Sprint planning</a:t>
            </a:r>
            <a:endParaRPr b="1" sz="1100">
              <a:solidFill>
                <a:schemeClr val="accent1"/>
              </a:solidFill>
              <a:latin typeface="Noto Sans JP"/>
              <a:ea typeface="Noto Sans JP"/>
              <a:cs typeface="Noto Sans JP"/>
              <a:sym typeface="Noto Sans JP"/>
            </a:endParaRPr>
          </a:p>
        </p:txBody>
      </p:sp>
      <p:sp>
        <p:nvSpPr>
          <p:cNvPr id="536" name="Google Shape;536;p39"/>
          <p:cNvSpPr txBox="1"/>
          <p:nvPr/>
        </p:nvSpPr>
        <p:spPr>
          <a:xfrm>
            <a:off x="4946825" y="1452888"/>
            <a:ext cx="3704100" cy="330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Asking the Product Owner to select the features to be developed in a short period of time</a:t>
            </a:r>
            <a:endParaRPr sz="1000">
              <a:solidFill>
                <a:srgbClr val="434343"/>
              </a:solidFill>
              <a:latin typeface="Noto Sans JP"/>
              <a:ea typeface="Noto Sans JP"/>
              <a:cs typeface="Noto Sans JP"/>
              <a:sym typeface="Noto Sans JP"/>
            </a:endParaRPr>
          </a:p>
        </p:txBody>
      </p:sp>
      <p:sp>
        <p:nvSpPr>
          <p:cNvPr id="537" name="Google Shape;537;p39"/>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Development Process ｜ </a:t>
            </a:r>
            <a:r>
              <a:rPr lang="ja">
                <a:solidFill>
                  <a:schemeClr val="accent1"/>
                </a:solidFill>
              </a:rPr>
              <a:t>Development Process</a:t>
            </a:r>
            <a:endParaRPr>
              <a:solidFill>
                <a:schemeClr val="accent1"/>
              </a:solidFill>
            </a:endParaRPr>
          </a:p>
        </p:txBody>
      </p:sp>
      <p:sp>
        <p:nvSpPr>
          <p:cNvPr id="538" name="Google Shape;538;p39"/>
          <p:cNvSpPr txBox="1"/>
          <p:nvPr/>
        </p:nvSpPr>
        <p:spPr>
          <a:xfrm>
            <a:off x="4946825" y="2086500"/>
            <a:ext cx="2078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2. Design・Coding</a:t>
            </a:r>
            <a:endParaRPr b="1" sz="1100">
              <a:solidFill>
                <a:schemeClr val="accent1"/>
              </a:solidFill>
              <a:latin typeface="Noto Sans JP"/>
              <a:ea typeface="Noto Sans JP"/>
              <a:cs typeface="Noto Sans JP"/>
              <a:sym typeface="Noto Sans JP"/>
            </a:endParaRPr>
          </a:p>
        </p:txBody>
      </p:sp>
      <p:sp>
        <p:nvSpPr>
          <p:cNvPr id="539" name="Google Shape;539;p39"/>
          <p:cNvSpPr txBox="1"/>
          <p:nvPr/>
        </p:nvSpPr>
        <p:spPr>
          <a:xfrm>
            <a:off x="4946825" y="2337913"/>
            <a:ext cx="3704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Implementing based on designs by BrSE and senior engineers</a:t>
            </a:r>
            <a:endParaRPr sz="1000">
              <a:solidFill>
                <a:srgbClr val="434343"/>
              </a:solidFill>
              <a:latin typeface="Noto Sans JP"/>
              <a:ea typeface="Noto Sans JP"/>
              <a:cs typeface="Noto Sans JP"/>
              <a:sym typeface="Noto Sans JP"/>
            </a:endParaRPr>
          </a:p>
        </p:txBody>
      </p:sp>
      <p:sp>
        <p:nvSpPr>
          <p:cNvPr id="540" name="Google Shape;540;p39"/>
          <p:cNvSpPr txBox="1"/>
          <p:nvPr/>
        </p:nvSpPr>
        <p:spPr>
          <a:xfrm>
            <a:off x="4946825" y="2971525"/>
            <a:ext cx="32913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3. Test design</a:t>
            </a:r>
            <a:r>
              <a:rPr b="1" lang="ja" sz="1100">
                <a:solidFill>
                  <a:schemeClr val="accent1"/>
                </a:solidFill>
                <a:latin typeface="Noto Sans JP"/>
                <a:ea typeface="Noto Sans JP"/>
                <a:cs typeface="Noto Sans JP"/>
                <a:sym typeface="Noto Sans JP"/>
              </a:rPr>
              <a:t>・ Implementation</a:t>
            </a:r>
            <a:endParaRPr b="1" sz="1100">
              <a:solidFill>
                <a:schemeClr val="accent1"/>
              </a:solidFill>
              <a:latin typeface="Noto Sans JP"/>
              <a:ea typeface="Noto Sans JP"/>
              <a:cs typeface="Noto Sans JP"/>
              <a:sym typeface="Noto Sans JP"/>
            </a:endParaRPr>
          </a:p>
        </p:txBody>
      </p:sp>
      <p:sp>
        <p:nvSpPr>
          <p:cNvPr id="541" name="Google Shape;541;p39"/>
          <p:cNvSpPr txBox="1"/>
          <p:nvPr/>
        </p:nvSpPr>
        <p:spPr>
          <a:xfrm>
            <a:off x="4946825" y="3222938"/>
            <a:ext cx="3704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Senior QA designs tests according to requirements</a:t>
            </a:r>
            <a:endParaRPr sz="1000">
              <a:solidFill>
                <a:srgbClr val="434343"/>
              </a:solidFill>
              <a:latin typeface="Noto Sans JP"/>
              <a:ea typeface="Noto Sans JP"/>
              <a:cs typeface="Noto Sans JP"/>
              <a:sym typeface="Noto Sans JP"/>
            </a:endParaRPr>
          </a:p>
        </p:txBody>
      </p:sp>
      <p:sp>
        <p:nvSpPr>
          <p:cNvPr id="542" name="Google Shape;542;p39"/>
          <p:cNvSpPr txBox="1"/>
          <p:nvPr/>
        </p:nvSpPr>
        <p:spPr>
          <a:xfrm>
            <a:off x="4946825" y="3856550"/>
            <a:ext cx="2078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4. Staging release</a:t>
            </a:r>
            <a:endParaRPr b="1" sz="1100">
              <a:solidFill>
                <a:schemeClr val="accent1"/>
              </a:solidFill>
              <a:latin typeface="Noto Sans JP"/>
              <a:ea typeface="Noto Sans JP"/>
              <a:cs typeface="Noto Sans JP"/>
              <a:sym typeface="Noto Sans JP"/>
            </a:endParaRPr>
          </a:p>
        </p:txBody>
      </p:sp>
      <p:sp>
        <p:nvSpPr>
          <p:cNvPr id="543" name="Google Shape;543;p39"/>
          <p:cNvSpPr txBox="1"/>
          <p:nvPr/>
        </p:nvSpPr>
        <p:spPr>
          <a:xfrm>
            <a:off x="4946825" y="4107963"/>
            <a:ext cx="3704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Releasing to staging environment upon customer approval</a:t>
            </a:r>
            <a:endParaRPr sz="1000">
              <a:solidFill>
                <a:srgbClr val="434343"/>
              </a:solidFill>
              <a:latin typeface="Noto Sans JP"/>
              <a:ea typeface="Noto Sans JP"/>
              <a:cs typeface="Noto Sans JP"/>
              <a:sym typeface="Noto Sans JP"/>
            </a:endParaRPr>
          </a:p>
        </p:txBody>
      </p:sp>
      <p:sp>
        <p:nvSpPr>
          <p:cNvPr id="544" name="Google Shape;544;p39"/>
          <p:cNvSpPr txBox="1"/>
          <p:nvPr/>
        </p:nvSpPr>
        <p:spPr>
          <a:xfrm>
            <a:off x="4946825" y="704638"/>
            <a:ext cx="22854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200">
                <a:solidFill>
                  <a:schemeClr val="lt1"/>
                </a:solidFill>
                <a:latin typeface="Noto Sans JP"/>
                <a:ea typeface="Noto Sans JP"/>
                <a:cs typeface="Noto Sans JP"/>
                <a:sym typeface="Noto Sans JP"/>
              </a:rPr>
              <a:t>Iterating in Sprints</a:t>
            </a:r>
            <a:endParaRPr b="1" sz="1200">
              <a:solidFill>
                <a:schemeClr val="lt1"/>
              </a:solidFill>
              <a:latin typeface="Noto Sans JP"/>
              <a:ea typeface="Noto Sans JP"/>
              <a:cs typeface="Noto Sans JP"/>
              <a:sym typeface="Noto Sans JP"/>
            </a:endParaRPr>
          </a:p>
          <a:p>
            <a:pPr indent="0" lvl="0" marL="0" rtl="0" algn="l">
              <a:spcBef>
                <a:spcPts val="0"/>
              </a:spcBef>
              <a:spcAft>
                <a:spcPts val="0"/>
              </a:spcAft>
              <a:buNone/>
            </a:pPr>
            <a:r>
              <a:t/>
            </a:r>
            <a:endParaRPr b="1" sz="1200">
              <a:solidFill>
                <a:schemeClr val="lt1"/>
              </a:solidFill>
              <a:latin typeface="Noto Sans JP"/>
              <a:ea typeface="Noto Sans JP"/>
              <a:cs typeface="Noto Sans JP"/>
              <a:sym typeface="Noto Sans JP"/>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40"/>
          <p:cNvCxnSpPr>
            <a:stCxn id="550" idx="4"/>
          </p:cNvCxnSpPr>
          <p:nvPr/>
        </p:nvCxnSpPr>
        <p:spPr>
          <a:xfrm>
            <a:off x="544028" y="1452054"/>
            <a:ext cx="0" cy="3055800"/>
          </a:xfrm>
          <a:prstGeom prst="straightConnector1">
            <a:avLst/>
          </a:prstGeom>
          <a:noFill/>
          <a:ln cap="flat" cmpd="sng" w="9525">
            <a:solidFill>
              <a:srgbClr val="666666"/>
            </a:solidFill>
            <a:prstDash val="dash"/>
            <a:round/>
            <a:headEnd len="med" w="med" type="none"/>
            <a:tailEnd len="med" w="med" type="triangle"/>
          </a:ln>
        </p:spPr>
      </p:cxnSp>
      <p:sp>
        <p:nvSpPr>
          <p:cNvPr id="551" name="Google Shape;551;p40"/>
          <p:cNvSpPr/>
          <p:nvPr/>
        </p:nvSpPr>
        <p:spPr>
          <a:xfrm>
            <a:off x="5703966" y="1198388"/>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0"/>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Responsibility</a:t>
            </a:r>
            <a:endParaRPr/>
          </a:p>
        </p:txBody>
      </p:sp>
      <p:sp>
        <p:nvSpPr>
          <p:cNvPr id="553" name="Google Shape;553;p40"/>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Development Process ｜ </a:t>
            </a:r>
            <a:r>
              <a:rPr lang="ja">
                <a:solidFill>
                  <a:schemeClr val="accent1"/>
                </a:solidFill>
              </a:rPr>
              <a:t>Process approach and person responsible for implementation</a:t>
            </a:r>
            <a:endParaRPr>
              <a:solidFill>
                <a:schemeClr val="accent1"/>
              </a:solidFill>
            </a:endParaRPr>
          </a:p>
        </p:txBody>
      </p:sp>
      <p:sp>
        <p:nvSpPr>
          <p:cNvPr id="550" name="Google Shape;550;p40"/>
          <p:cNvSpPr/>
          <p:nvPr/>
        </p:nvSpPr>
        <p:spPr>
          <a:xfrm>
            <a:off x="506228" y="1376454"/>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40"/>
          <p:cNvSpPr/>
          <p:nvPr/>
        </p:nvSpPr>
        <p:spPr>
          <a:xfrm>
            <a:off x="506228" y="2477173"/>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40"/>
          <p:cNvSpPr/>
          <p:nvPr/>
        </p:nvSpPr>
        <p:spPr>
          <a:xfrm>
            <a:off x="506228" y="3409692"/>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40"/>
          <p:cNvSpPr/>
          <p:nvPr/>
        </p:nvSpPr>
        <p:spPr>
          <a:xfrm>
            <a:off x="506228" y="4239317"/>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40"/>
          <p:cNvSpPr txBox="1"/>
          <p:nvPr/>
        </p:nvSpPr>
        <p:spPr>
          <a:xfrm>
            <a:off x="5857856" y="1299188"/>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Screen design document</a:t>
            </a:r>
            <a:endParaRPr b="1" sz="1000">
              <a:solidFill>
                <a:schemeClr val="accent1"/>
              </a:solidFill>
              <a:latin typeface="Noto Sans JP"/>
              <a:ea typeface="Noto Sans JP"/>
              <a:cs typeface="Noto Sans JP"/>
              <a:sym typeface="Noto Sans JP"/>
            </a:endParaRPr>
          </a:p>
        </p:txBody>
      </p:sp>
      <p:sp>
        <p:nvSpPr>
          <p:cNvPr id="558" name="Google Shape;558;p40"/>
          <p:cNvSpPr txBox="1"/>
          <p:nvPr/>
        </p:nvSpPr>
        <p:spPr>
          <a:xfrm>
            <a:off x="7075613" y="1314638"/>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BrSE Linh</a:t>
            </a:r>
            <a:endParaRPr b="1" sz="1000">
              <a:solidFill>
                <a:schemeClr val="lt1"/>
              </a:solidFill>
              <a:latin typeface="Noto Sans JP"/>
              <a:ea typeface="Noto Sans JP"/>
              <a:cs typeface="Noto Sans JP"/>
              <a:sym typeface="Noto Sans JP"/>
            </a:endParaRPr>
          </a:p>
        </p:txBody>
      </p:sp>
      <p:sp>
        <p:nvSpPr>
          <p:cNvPr id="559" name="Google Shape;559;p40"/>
          <p:cNvSpPr/>
          <p:nvPr/>
        </p:nvSpPr>
        <p:spPr>
          <a:xfrm>
            <a:off x="5703966" y="1609913"/>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0"/>
          <p:cNvSpPr txBox="1"/>
          <p:nvPr/>
        </p:nvSpPr>
        <p:spPr>
          <a:xfrm>
            <a:off x="5857856" y="1710713"/>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Data design document</a:t>
            </a:r>
            <a:endParaRPr b="1" sz="1000">
              <a:solidFill>
                <a:schemeClr val="accent1"/>
              </a:solidFill>
              <a:latin typeface="Noto Sans JP"/>
              <a:ea typeface="Noto Sans JP"/>
              <a:cs typeface="Noto Sans JP"/>
              <a:sym typeface="Noto Sans JP"/>
            </a:endParaRPr>
          </a:p>
        </p:txBody>
      </p:sp>
      <p:sp>
        <p:nvSpPr>
          <p:cNvPr id="561" name="Google Shape;561;p40"/>
          <p:cNvSpPr txBox="1"/>
          <p:nvPr/>
        </p:nvSpPr>
        <p:spPr>
          <a:xfrm>
            <a:off x="7075613" y="1726163"/>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Tech Lead Thang</a:t>
            </a:r>
            <a:endParaRPr b="1" sz="800">
              <a:solidFill>
                <a:schemeClr val="lt1"/>
              </a:solidFill>
              <a:latin typeface="Noto Sans JP"/>
              <a:ea typeface="Noto Sans JP"/>
              <a:cs typeface="Noto Sans JP"/>
              <a:sym typeface="Noto Sans JP"/>
            </a:endParaRPr>
          </a:p>
        </p:txBody>
      </p:sp>
      <p:sp>
        <p:nvSpPr>
          <p:cNvPr id="562" name="Google Shape;562;p40"/>
          <p:cNvSpPr/>
          <p:nvPr/>
        </p:nvSpPr>
        <p:spPr>
          <a:xfrm>
            <a:off x="2737091" y="1198388"/>
            <a:ext cx="2600700" cy="7671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0"/>
          <p:cNvSpPr txBox="1"/>
          <p:nvPr/>
        </p:nvSpPr>
        <p:spPr>
          <a:xfrm>
            <a:off x="2890981" y="1345088"/>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Screen Specifications</a:t>
            </a:r>
            <a:endParaRPr b="1" sz="1000">
              <a:solidFill>
                <a:schemeClr val="accent3"/>
              </a:solidFill>
              <a:latin typeface="Noto Sans JP"/>
              <a:ea typeface="Noto Sans JP"/>
              <a:cs typeface="Noto Sans JP"/>
              <a:sym typeface="Noto Sans JP"/>
            </a:endParaRPr>
          </a:p>
        </p:txBody>
      </p:sp>
      <p:sp>
        <p:nvSpPr>
          <p:cNvPr id="564" name="Google Shape;564;p40"/>
          <p:cNvSpPr txBox="1"/>
          <p:nvPr/>
        </p:nvSpPr>
        <p:spPr>
          <a:xfrm>
            <a:off x="4108738" y="1360538"/>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PO Takada</a:t>
            </a:r>
            <a:endParaRPr b="1" sz="800">
              <a:solidFill>
                <a:schemeClr val="lt1"/>
              </a:solidFill>
              <a:latin typeface="Noto Sans JP"/>
              <a:ea typeface="Noto Sans JP"/>
              <a:cs typeface="Noto Sans JP"/>
              <a:sym typeface="Noto Sans JP"/>
            </a:endParaRPr>
          </a:p>
        </p:txBody>
      </p:sp>
      <p:sp>
        <p:nvSpPr>
          <p:cNvPr id="565" name="Google Shape;565;p40"/>
          <p:cNvSpPr txBox="1"/>
          <p:nvPr/>
        </p:nvSpPr>
        <p:spPr>
          <a:xfrm>
            <a:off x="734999" y="1329650"/>
            <a:ext cx="1782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Requirement definition</a:t>
            </a:r>
            <a:r>
              <a:rPr b="1" lang="ja" sz="1100">
                <a:solidFill>
                  <a:schemeClr val="lt1"/>
                </a:solidFill>
                <a:latin typeface="Noto Sans JP"/>
                <a:ea typeface="Noto Sans JP"/>
                <a:cs typeface="Noto Sans JP"/>
                <a:sym typeface="Noto Sans JP"/>
              </a:rPr>
              <a:t>・Data</a:t>
            </a:r>
            <a:r>
              <a:rPr b="1" lang="ja" sz="1100">
                <a:solidFill>
                  <a:schemeClr val="lt1"/>
                </a:solidFill>
                <a:latin typeface="Noto Sans JP"/>
                <a:ea typeface="Noto Sans JP"/>
                <a:cs typeface="Noto Sans JP"/>
                <a:sym typeface="Noto Sans JP"/>
              </a:rPr>
              <a:t> definition</a:t>
            </a:r>
            <a:endParaRPr b="1" sz="1100">
              <a:solidFill>
                <a:schemeClr val="lt1"/>
              </a:solidFill>
              <a:latin typeface="Noto Sans JP"/>
              <a:ea typeface="Noto Sans JP"/>
              <a:cs typeface="Noto Sans JP"/>
              <a:sym typeface="Noto Sans JP"/>
            </a:endParaRPr>
          </a:p>
        </p:txBody>
      </p:sp>
      <p:sp>
        <p:nvSpPr>
          <p:cNvPr id="566" name="Google Shape;566;p40"/>
          <p:cNvSpPr txBox="1"/>
          <p:nvPr/>
        </p:nvSpPr>
        <p:spPr>
          <a:xfrm>
            <a:off x="2888416" y="1664888"/>
            <a:ext cx="23229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ja" sz="700">
                <a:solidFill>
                  <a:srgbClr val="666666"/>
                </a:solidFill>
                <a:latin typeface="Noto Sans JP"/>
                <a:ea typeface="Noto Sans JP"/>
                <a:cs typeface="Noto Sans JP"/>
                <a:sym typeface="Noto Sans JP"/>
              </a:rPr>
              <a:t>Including validation conditions</a:t>
            </a:r>
            <a:endParaRPr sz="700">
              <a:solidFill>
                <a:srgbClr val="666666"/>
              </a:solidFill>
              <a:latin typeface="Noto Sans JP"/>
              <a:ea typeface="Noto Sans JP"/>
              <a:cs typeface="Noto Sans JP"/>
              <a:sym typeface="Noto Sans JP"/>
            </a:endParaRPr>
          </a:p>
        </p:txBody>
      </p:sp>
      <p:cxnSp>
        <p:nvCxnSpPr>
          <p:cNvPr id="567" name="Google Shape;567;p40"/>
          <p:cNvCxnSpPr/>
          <p:nvPr/>
        </p:nvCxnSpPr>
        <p:spPr>
          <a:xfrm>
            <a:off x="2888417" y="1583888"/>
            <a:ext cx="2322900" cy="0"/>
          </a:xfrm>
          <a:prstGeom prst="straightConnector1">
            <a:avLst/>
          </a:prstGeom>
          <a:noFill/>
          <a:ln cap="flat" cmpd="sng" w="9525">
            <a:solidFill>
              <a:srgbClr val="CCCCCC"/>
            </a:solidFill>
            <a:prstDash val="dot"/>
            <a:round/>
            <a:headEnd len="med" w="med" type="none"/>
            <a:tailEnd len="med" w="med" type="none"/>
          </a:ln>
        </p:spPr>
      </p:cxnSp>
      <p:sp>
        <p:nvSpPr>
          <p:cNvPr id="568" name="Google Shape;568;p40"/>
          <p:cNvSpPr/>
          <p:nvPr/>
        </p:nvSpPr>
        <p:spPr>
          <a:xfrm>
            <a:off x="2737091" y="4107167"/>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0"/>
          <p:cNvSpPr txBox="1"/>
          <p:nvPr/>
        </p:nvSpPr>
        <p:spPr>
          <a:xfrm>
            <a:off x="2907750" y="4207975"/>
            <a:ext cx="16386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Release plan ・manual</a:t>
            </a:r>
            <a:endParaRPr b="1" sz="1000">
              <a:solidFill>
                <a:schemeClr val="accent3"/>
              </a:solidFill>
              <a:latin typeface="Noto Sans JP"/>
              <a:ea typeface="Noto Sans JP"/>
              <a:cs typeface="Noto Sans JP"/>
              <a:sym typeface="Noto Sans JP"/>
            </a:endParaRPr>
          </a:p>
        </p:txBody>
      </p:sp>
      <p:sp>
        <p:nvSpPr>
          <p:cNvPr id="570" name="Google Shape;570;p40"/>
          <p:cNvSpPr txBox="1"/>
          <p:nvPr/>
        </p:nvSpPr>
        <p:spPr>
          <a:xfrm>
            <a:off x="4108738" y="4223417"/>
            <a:ext cx="1102500" cy="2646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Clr>
                <a:schemeClr val="dk1"/>
              </a:buClr>
              <a:buSzPts val="1100"/>
              <a:buFont typeface="Arial"/>
              <a:buNone/>
            </a:pPr>
            <a:r>
              <a:rPr b="1" lang="ja" sz="800">
                <a:solidFill>
                  <a:schemeClr val="lt1"/>
                </a:solidFill>
                <a:latin typeface="Noto Sans JP"/>
                <a:ea typeface="Noto Sans JP"/>
                <a:cs typeface="Noto Sans JP"/>
                <a:sym typeface="Noto Sans JP"/>
              </a:rPr>
              <a:t>Tech Lead Thang</a:t>
            </a:r>
            <a:endParaRPr b="1" sz="800">
              <a:solidFill>
                <a:schemeClr val="lt1"/>
              </a:solidFill>
              <a:latin typeface="Noto Sans JP"/>
              <a:ea typeface="Noto Sans JP"/>
              <a:cs typeface="Noto Sans JP"/>
              <a:sym typeface="Noto Sans JP"/>
            </a:endParaRPr>
          </a:p>
          <a:p>
            <a:pPr indent="0" lvl="0" marL="0" rtl="0" algn="r">
              <a:lnSpc>
                <a:spcPct val="115000"/>
              </a:lnSpc>
              <a:spcBef>
                <a:spcPts val="0"/>
              </a:spcBef>
              <a:spcAft>
                <a:spcPts val="0"/>
              </a:spcAft>
              <a:buNone/>
            </a:pPr>
            <a:r>
              <a:t/>
            </a:r>
            <a:endParaRPr b="1" sz="800">
              <a:solidFill>
                <a:schemeClr val="lt1"/>
              </a:solidFill>
              <a:latin typeface="Noto Sans JP"/>
              <a:ea typeface="Noto Sans JP"/>
              <a:cs typeface="Noto Sans JP"/>
              <a:sym typeface="Noto Sans JP"/>
            </a:endParaRPr>
          </a:p>
        </p:txBody>
      </p:sp>
      <p:sp>
        <p:nvSpPr>
          <p:cNvPr id="571" name="Google Shape;571;p40"/>
          <p:cNvSpPr txBox="1"/>
          <p:nvPr/>
        </p:nvSpPr>
        <p:spPr>
          <a:xfrm>
            <a:off x="735003" y="4192517"/>
            <a:ext cx="1848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Production Release</a:t>
            </a:r>
            <a:endParaRPr b="1" sz="1100">
              <a:solidFill>
                <a:schemeClr val="lt1"/>
              </a:solidFill>
              <a:latin typeface="Noto Sans JP"/>
              <a:ea typeface="Noto Sans JP"/>
              <a:cs typeface="Noto Sans JP"/>
              <a:sym typeface="Noto Sans JP"/>
            </a:endParaRPr>
          </a:p>
        </p:txBody>
      </p:sp>
      <p:sp>
        <p:nvSpPr>
          <p:cNvPr id="572" name="Google Shape;572;p40"/>
          <p:cNvSpPr/>
          <p:nvPr/>
        </p:nvSpPr>
        <p:spPr>
          <a:xfrm>
            <a:off x="5703966" y="4107161"/>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0"/>
          <p:cNvSpPr txBox="1"/>
          <p:nvPr/>
        </p:nvSpPr>
        <p:spPr>
          <a:xfrm>
            <a:off x="5857856" y="4207961"/>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rPr>
              <a:t>Release Approval</a:t>
            </a:r>
            <a:endParaRPr b="1" sz="1000">
              <a:solidFill>
                <a:schemeClr val="accent1"/>
              </a:solidFill>
              <a:latin typeface="Noto Sans JP"/>
              <a:ea typeface="Noto Sans JP"/>
              <a:cs typeface="Noto Sans JP"/>
              <a:sym typeface="Noto Sans JP"/>
            </a:endParaRPr>
          </a:p>
        </p:txBody>
      </p:sp>
      <p:sp>
        <p:nvSpPr>
          <p:cNvPr id="574" name="Google Shape;574;p40"/>
          <p:cNvSpPr txBox="1"/>
          <p:nvPr/>
        </p:nvSpPr>
        <p:spPr>
          <a:xfrm>
            <a:off x="7075613" y="4223411"/>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PO Takada</a:t>
            </a:r>
            <a:endParaRPr b="1" sz="800">
              <a:solidFill>
                <a:schemeClr val="lt1"/>
              </a:solidFill>
              <a:latin typeface="Noto Sans JP"/>
              <a:ea typeface="Noto Sans JP"/>
              <a:cs typeface="Noto Sans JP"/>
              <a:sym typeface="Noto Sans JP"/>
            </a:endParaRPr>
          </a:p>
        </p:txBody>
      </p:sp>
      <p:pic>
        <p:nvPicPr>
          <p:cNvPr id="575" name="Google Shape;575;p40"/>
          <p:cNvPicPr preferRelativeResize="0"/>
          <p:nvPr/>
        </p:nvPicPr>
        <p:blipFill>
          <a:blip r:embed="rId3">
            <a:alphaModFix/>
          </a:blip>
          <a:stretch>
            <a:fillRect/>
          </a:stretch>
        </p:blipFill>
        <p:spPr>
          <a:xfrm>
            <a:off x="5478525" y="1515238"/>
            <a:ext cx="102125" cy="133422"/>
          </a:xfrm>
          <a:prstGeom prst="rect">
            <a:avLst/>
          </a:prstGeom>
          <a:noFill/>
          <a:ln>
            <a:noFill/>
          </a:ln>
        </p:spPr>
      </p:pic>
      <p:sp>
        <p:nvSpPr>
          <p:cNvPr id="576" name="Google Shape;576;p40"/>
          <p:cNvSpPr/>
          <p:nvPr/>
        </p:nvSpPr>
        <p:spPr>
          <a:xfrm>
            <a:off x="2737091" y="2341011"/>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0"/>
          <p:cNvSpPr txBox="1"/>
          <p:nvPr/>
        </p:nvSpPr>
        <p:spPr>
          <a:xfrm>
            <a:off x="2890981" y="2441811"/>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Sprint Tasks</a:t>
            </a:r>
            <a:endParaRPr b="1" sz="1000">
              <a:solidFill>
                <a:schemeClr val="accent3"/>
              </a:solidFill>
              <a:latin typeface="Noto Sans JP"/>
              <a:ea typeface="Noto Sans JP"/>
              <a:cs typeface="Noto Sans JP"/>
              <a:sym typeface="Noto Sans JP"/>
            </a:endParaRPr>
          </a:p>
        </p:txBody>
      </p:sp>
      <p:sp>
        <p:nvSpPr>
          <p:cNvPr id="578" name="Google Shape;578;p40"/>
          <p:cNvSpPr txBox="1"/>
          <p:nvPr/>
        </p:nvSpPr>
        <p:spPr>
          <a:xfrm>
            <a:off x="4108738" y="2457261"/>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BrSE Quan</a:t>
            </a:r>
            <a:endParaRPr b="1" sz="1000">
              <a:solidFill>
                <a:schemeClr val="lt1"/>
              </a:solidFill>
              <a:latin typeface="Noto Sans JP"/>
              <a:ea typeface="Noto Sans JP"/>
              <a:cs typeface="Noto Sans JP"/>
              <a:sym typeface="Noto Sans JP"/>
            </a:endParaRPr>
          </a:p>
        </p:txBody>
      </p:sp>
      <p:sp>
        <p:nvSpPr>
          <p:cNvPr id="579" name="Google Shape;579;p40"/>
          <p:cNvSpPr txBox="1"/>
          <p:nvPr/>
        </p:nvSpPr>
        <p:spPr>
          <a:xfrm>
            <a:off x="716115" y="3362898"/>
            <a:ext cx="1848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Test design</a:t>
            </a:r>
            <a:endParaRPr b="1" sz="1100">
              <a:solidFill>
                <a:schemeClr val="lt1"/>
              </a:solidFill>
              <a:latin typeface="Noto Sans JP"/>
              <a:ea typeface="Noto Sans JP"/>
              <a:cs typeface="Noto Sans JP"/>
              <a:sym typeface="Noto Sans JP"/>
            </a:endParaRPr>
          </a:p>
        </p:txBody>
      </p:sp>
      <p:pic>
        <p:nvPicPr>
          <p:cNvPr id="580" name="Google Shape;580;p40"/>
          <p:cNvPicPr preferRelativeResize="0"/>
          <p:nvPr/>
        </p:nvPicPr>
        <p:blipFill>
          <a:blip r:embed="rId3">
            <a:alphaModFix/>
          </a:blip>
          <a:stretch>
            <a:fillRect/>
          </a:stretch>
        </p:blipFill>
        <p:spPr>
          <a:xfrm>
            <a:off x="5478525" y="2452048"/>
            <a:ext cx="102125" cy="133422"/>
          </a:xfrm>
          <a:prstGeom prst="rect">
            <a:avLst/>
          </a:prstGeom>
          <a:noFill/>
          <a:ln>
            <a:noFill/>
          </a:ln>
        </p:spPr>
      </p:pic>
      <p:pic>
        <p:nvPicPr>
          <p:cNvPr id="581" name="Google Shape;581;p40"/>
          <p:cNvPicPr preferRelativeResize="0"/>
          <p:nvPr/>
        </p:nvPicPr>
        <p:blipFill>
          <a:blip r:embed="rId3">
            <a:alphaModFix/>
          </a:blip>
          <a:stretch>
            <a:fillRect/>
          </a:stretch>
        </p:blipFill>
        <p:spPr>
          <a:xfrm>
            <a:off x="5478525" y="4218211"/>
            <a:ext cx="102125" cy="133422"/>
          </a:xfrm>
          <a:prstGeom prst="rect">
            <a:avLst/>
          </a:prstGeom>
          <a:noFill/>
          <a:ln>
            <a:noFill/>
          </a:ln>
        </p:spPr>
      </p:pic>
      <p:sp>
        <p:nvSpPr>
          <p:cNvPr id="582" name="Google Shape;582;p40"/>
          <p:cNvSpPr txBox="1"/>
          <p:nvPr/>
        </p:nvSpPr>
        <p:spPr>
          <a:xfrm>
            <a:off x="2737090" y="814176"/>
            <a:ext cx="657300" cy="12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Input (PIC)</a:t>
            </a:r>
            <a:endParaRPr b="1" sz="800">
              <a:solidFill>
                <a:schemeClr val="lt1"/>
              </a:solidFill>
              <a:latin typeface="Noto Sans JP"/>
              <a:ea typeface="Noto Sans JP"/>
              <a:cs typeface="Noto Sans JP"/>
              <a:sym typeface="Noto Sans JP"/>
            </a:endParaRPr>
          </a:p>
        </p:txBody>
      </p:sp>
      <p:sp>
        <p:nvSpPr>
          <p:cNvPr id="583" name="Google Shape;583;p40"/>
          <p:cNvSpPr txBox="1"/>
          <p:nvPr/>
        </p:nvSpPr>
        <p:spPr>
          <a:xfrm>
            <a:off x="5703977" y="814176"/>
            <a:ext cx="763800" cy="12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Output (PIC)</a:t>
            </a:r>
            <a:endParaRPr b="1" sz="800">
              <a:solidFill>
                <a:schemeClr val="lt1"/>
              </a:solidFill>
              <a:latin typeface="Noto Sans JP"/>
              <a:ea typeface="Noto Sans JP"/>
              <a:cs typeface="Noto Sans JP"/>
              <a:sym typeface="Noto Sans JP"/>
            </a:endParaRPr>
          </a:p>
        </p:txBody>
      </p:sp>
      <p:sp>
        <p:nvSpPr>
          <p:cNvPr id="584" name="Google Shape;584;p40"/>
          <p:cNvSpPr txBox="1"/>
          <p:nvPr/>
        </p:nvSpPr>
        <p:spPr>
          <a:xfrm>
            <a:off x="452163" y="814176"/>
            <a:ext cx="657300" cy="12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Process</a:t>
            </a:r>
            <a:endParaRPr b="1" sz="800">
              <a:solidFill>
                <a:schemeClr val="lt1"/>
              </a:solidFill>
              <a:latin typeface="Noto Sans JP"/>
              <a:ea typeface="Noto Sans JP"/>
              <a:cs typeface="Noto Sans JP"/>
              <a:sym typeface="Noto Sans JP"/>
            </a:endParaRPr>
          </a:p>
        </p:txBody>
      </p:sp>
      <p:cxnSp>
        <p:nvCxnSpPr>
          <p:cNvPr id="585" name="Google Shape;585;p40"/>
          <p:cNvCxnSpPr/>
          <p:nvPr/>
        </p:nvCxnSpPr>
        <p:spPr>
          <a:xfrm>
            <a:off x="452175" y="1026816"/>
            <a:ext cx="2072400" cy="0"/>
          </a:xfrm>
          <a:prstGeom prst="straightConnector1">
            <a:avLst/>
          </a:prstGeom>
          <a:noFill/>
          <a:ln cap="flat" cmpd="sng" w="9525">
            <a:solidFill>
              <a:srgbClr val="D9D9D9"/>
            </a:solidFill>
            <a:prstDash val="solid"/>
            <a:round/>
            <a:headEnd len="med" w="med" type="none"/>
            <a:tailEnd len="med" w="med" type="none"/>
          </a:ln>
        </p:spPr>
      </p:cxnSp>
      <p:cxnSp>
        <p:nvCxnSpPr>
          <p:cNvPr id="586" name="Google Shape;586;p40"/>
          <p:cNvCxnSpPr/>
          <p:nvPr/>
        </p:nvCxnSpPr>
        <p:spPr>
          <a:xfrm>
            <a:off x="2737100" y="1026816"/>
            <a:ext cx="2594700" cy="0"/>
          </a:xfrm>
          <a:prstGeom prst="straightConnector1">
            <a:avLst/>
          </a:prstGeom>
          <a:noFill/>
          <a:ln cap="flat" cmpd="sng" w="9525">
            <a:solidFill>
              <a:srgbClr val="D9D9D9"/>
            </a:solidFill>
            <a:prstDash val="solid"/>
            <a:round/>
            <a:headEnd len="med" w="med" type="none"/>
            <a:tailEnd len="med" w="med" type="none"/>
          </a:ln>
        </p:spPr>
      </p:cxnSp>
      <p:cxnSp>
        <p:nvCxnSpPr>
          <p:cNvPr id="587" name="Google Shape;587;p40"/>
          <p:cNvCxnSpPr/>
          <p:nvPr/>
        </p:nvCxnSpPr>
        <p:spPr>
          <a:xfrm>
            <a:off x="5703975" y="1026816"/>
            <a:ext cx="2594700" cy="0"/>
          </a:xfrm>
          <a:prstGeom prst="straightConnector1">
            <a:avLst/>
          </a:prstGeom>
          <a:noFill/>
          <a:ln cap="flat" cmpd="sng" w="9525">
            <a:solidFill>
              <a:srgbClr val="D9D9D9"/>
            </a:solidFill>
            <a:prstDash val="solid"/>
            <a:round/>
            <a:headEnd len="med" w="med" type="none"/>
            <a:tailEnd len="med" w="med" type="none"/>
          </a:ln>
        </p:spPr>
      </p:cxnSp>
      <p:sp>
        <p:nvSpPr>
          <p:cNvPr id="588" name="Google Shape;588;p40"/>
          <p:cNvSpPr/>
          <p:nvPr/>
        </p:nvSpPr>
        <p:spPr>
          <a:xfrm>
            <a:off x="2737091" y="3072117"/>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0"/>
          <p:cNvSpPr txBox="1"/>
          <p:nvPr/>
        </p:nvSpPr>
        <p:spPr>
          <a:xfrm>
            <a:off x="2890981" y="3172917"/>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ja" sz="1000">
                <a:solidFill>
                  <a:schemeClr val="accent3"/>
                </a:solidFill>
                <a:latin typeface="Noto Sans JP"/>
                <a:ea typeface="Noto Sans JP"/>
                <a:cs typeface="Noto Sans JP"/>
                <a:sym typeface="Noto Sans JP"/>
              </a:rPr>
              <a:t>Test Plan</a:t>
            </a:r>
            <a:endParaRPr b="1" sz="1000">
              <a:solidFill>
                <a:schemeClr val="accent3"/>
              </a:solidFill>
              <a:latin typeface="Noto Sans JP"/>
              <a:ea typeface="Noto Sans JP"/>
              <a:cs typeface="Noto Sans JP"/>
              <a:sym typeface="Noto Sans JP"/>
            </a:endParaRPr>
          </a:p>
        </p:txBody>
      </p:sp>
      <p:sp>
        <p:nvSpPr>
          <p:cNvPr id="590" name="Google Shape;590;p40"/>
          <p:cNvSpPr txBox="1"/>
          <p:nvPr/>
        </p:nvSpPr>
        <p:spPr>
          <a:xfrm>
            <a:off x="4108738" y="3188367"/>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PM Okada</a:t>
            </a:r>
            <a:endParaRPr b="1" sz="1000">
              <a:solidFill>
                <a:schemeClr val="lt1"/>
              </a:solidFill>
              <a:latin typeface="Noto Sans JP"/>
              <a:ea typeface="Noto Sans JP"/>
              <a:cs typeface="Noto Sans JP"/>
              <a:sym typeface="Noto Sans JP"/>
            </a:endParaRPr>
          </a:p>
        </p:txBody>
      </p:sp>
      <p:sp>
        <p:nvSpPr>
          <p:cNvPr id="591" name="Google Shape;591;p40"/>
          <p:cNvSpPr txBox="1"/>
          <p:nvPr/>
        </p:nvSpPr>
        <p:spPr>
          <a:xfrm>
            <a:off x="735003" y="2427205"/>
            <a:ext cx="1848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Coding</a:t>
            </a:r>
            <a:endParaRPr b="1" sz="1100">
              <a:solidFill>
                <a:schemeClr val="lt1"/>
              </a:solidFill>
              <a:latin typeface="Noto Sans JP"/>
              <a:ea typeface="Noto Sans JP"/>
              <a:cs typeface="Noto Sans JP"/>
              <a:sym typeface="Noto Sans JP"/>
            </a:endParaRPr>
          </a:p>
        </p:txBody>
      </p:sp>
      <p:sp>
        <p:nvSpPr>
          <p:cNvPr id="592" name="Google Shape;592;p40"/>
          <p:cNvSpPr/>
          <p:nvPr/>
        </p:nvSpPr>
        <p:spPr>
          <a:xfrm>
            <a:off x="5703966" y="3278699"/>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0"/>
          <p:cNvSpPr txBox="1"/>
          <p:nvPr/>
        </p:nvSpPr>
        <p:spPr>
          <a:xfrm>
            <a:off x="5857856" y="3379499"/>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rPr>
              <a:t>Test item list</a:t>
            </a:r>
            <a:endParaRPr b="1" sz="1000">
              <a:solidFill>
                <a:schemeClr val="accent1"/>
              </a:solidFill>
              <a:latin typeface="Noto Sans JP"/>
              <a:ea typeface="Noto Sans JP"/>
              <a:cs typeface="Noto Sans JP"/>
              <a:sym typeface="Noto Sans JP"/>
            </a:endParaRPr>
          </a:p>
        </p:txBody>
      </p:sp>
      <p:sp>
        <p:nvSpPr>
          <p:cNvPr id="594" name="Google Shape;594;p40"/>
          <p:cNvSpPr txBox="1"/>
          <p:nvPr/>
        </p:nvSpPr>
        <p:spPr>
          <a:xfrm>
            <a:off x="7075613" y="3394511"/>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QA Lead Thuy</a:t>
            </a:r>
            <a:endParaRPr b="1" sz="800">
              <a:solidFill>
                <a:schemeClr val="lt1"/>
              </a:solidFill>
              <a:latin typeface="Noto Sans JP"/>
              <a:ea typeface="Noto Sans JP"/>
              <a:cs typeface="Noto Sans JP"/>
              <a:sym typeface="Noto Sans JP"/>
            </a:endParaRPr>
          </a:p>
        </p:txBody>
      </p:sp>
      <p:pic>
        <p:nvPicPr>
          <p:cNvPr id="595" name="Google Shape;595;p40"/>
          <p:cNvPicPr preferRelativeResize="0"/>
          <p:nvPr/>
        </p:nvPicPr>
        <p:blipFill>
          <a:blip r:embed="rId3">
            <a:alphaModFix/>
          </a:blip>
          <a:stretch>
            <a:fillRect/>
          </a:stretch>
        </p:blipFill>
        <p:spPr>
          <a:xfrm>
            <a:off x="5478525" y="3389749"/>
            <a:ext cx="102125" cy="133422"/>
          </a:xfrm>
          <a:prstGeom prst="rect">
            <a:avLst/>
          </a:prstGeom>
          <a:noFill/>
          <a:ln>
            <a:noFill/>
          </a:ln>
        </p:spPr>
      </p:pic>
      <p:sp>
        <p:nvSpPr>
          <p:cNvPr id="596" name="Google Shape;596;p40"/>
          <p:cNvSpPr/>
          <p:nvPr/>
        </p:nvSpPr>
        <p:spPr>
          <a:xfrm>
            <a:off x="5721366" y="2341000"/>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0"/>
          <p:cNvSpPr txBox="1"/>
          <p:nvPr/>
        </p:nvSpPr>
        <p:spPr>
          <a:xfrm>
            <a:off x="5875256" y="2441800"/>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Github branch</a:t>
            </a:r>
            <a:endParaRPr b="1" sz="1000">
              <a:solidFill>
                <a:schemeClr val="accent1"/>
              </a:solidFill>
              <a:latin typeface="Noto Sans JP"/>
              <a:ea typeface="Noto Sans JP"/>
              <a:cs typeface="Noto Sans JP"/>
              <a:sym typeface="Noto Sans JP"/>
            </a:endParaRPr>
          </a:p>
        </p:txBody>
      </p:sp>
      <p:sp>
        <p:nvSpPr>
          <p:cNvPr id="598" name="Google Shape;598;p40"/>
          <p:cNvSpPr txBox="1"/>
          <p:nvPr/>
        </p:nvSpPr>
        <p:spPr>
          <a:xfrm>
            <a:off x="7093013" y="2457250"/>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Tech Lead Thang</a:t>
            </a:r>
            <a:endParaRPr b="1" sz="800">
              <a:solidFill>
                <a:schemeClr val="lt1"/>
              </a:solidFill>
              <a:latin typeface="Noto Sans JP"/>
              <a:ea typeface="Noto Sans JP"/>
              <a:cs typeface="Noto Sans JP"/>
              <a:sym typeface="Noto Sans JP"/>
            </a:endParaRPr>
          </a:p>
        </p:txBody>
      </p:sp>
      <p:sp>
        <p:nvSpPr>
          <p:cNvPr id="599" name="Google Shape;599;p40"/>
          <p:cNvSpPr/>
          <p:nvPr/>
        </p:nvSpPr>
        <p:spPr>
          <a:xfrm>
            <a:off x="2734091" y="3469987"/>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0"/>
          <p:cNvSpPr txBox="1"/>
          <p:nvPr/>
        </p:nvSpPr>
        <p:spPr>
          <a:xfrm>
            <a:off x="2887981" y="3570787"/>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Screen design document</a:t>
            </a:r>
            <a:endParaRPr b="1" sz="1000">
              <a:solidFill>
                <a:schemeClr val="accent3"/>
              </a:solidFill>
              <a:latin typeface="Noto Sans JP"/>
              <a:ea typeface="Noto Sans JP"/>
              <a:cs typeface="Noto Sans JP"/>
              <a:sym typeface="Noto Sans JP"/>
            </a:endParaRPr>
          </a:p>
        </p:txBody>
      </p:sp>
      <p:sp>
        <p:nvSpPr>
          <p:cNvPr id="601" name="Google Shape;601;p40"/>
          <p:cNvSpPr txBox="1"/>
          <p:nvPr/>
        </p:nvSpPr>
        <p:spPr>
          <a:xfrm>
            <a:off x="4105738" y="3586237"/>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BrSE Linh</a:t>
            </a:r>
            <a:endParaRPr b="1" sz="1000">
              <a:solidFill>
                <a:schemeClr val="lt1"/>
              </a:solidFill>
              <a:latin typeface="Noto Sans JP"/>
              <a:ea typeface="Noto Sans JP"/>
              <a:cs typeface="Noto Sans JP"/>
              <a:sym typeface="Noto Sans JP"/>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1"/>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Communication</a:t>
            </a:r>
            <a:endParaRPr/>
          </a:p>
        </p:txBody>
      </p:sp>
      <p:sp>
        <p:nvSpPr>
          <p:cNvPr id="607" name="Google Shape;607;p41"/>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Development Process ｜ </a:t>
            </a:r>
            <a:r>
              <a:rPr lang="ja">
                <a:solidFill>
                  <a:schemeClr val="accent1"/>
                </a:solidFill>
              </a:rPr>
              <a:t>Communication in the team</a:t>
            </a:r>
            <a:endParaRPr>
              <a:solidFill>
                <a:schemeClr val="accent1"/>
              </a:solidFill>
            </a:endParaRPr>
          </a:p>
        </p:txBody>
      </p:sp>
      <p:graphicFrame>
        <p:nvGraphicFramePr>
          <p:cNvPr id="608" name="Google Shape;608;p41"/>
          <p:cNvGraphicFramePr/>
          <p:nvPr/>
        </p:nvGraphicFramePr>
        <p:xfrm>
          <a:off x="450000" y="1107025"/>
          <a:ext cx="3000000" cy="3000000"/>
        </p:xfrm>
        <a:graphic>
          <a:graphicData uri="http://schemas.openxmlformats.org/drawingml/2006/table">
            <a:tbl>
              <a:tblPr>
                <a:noFill/>
                <a:tableStyleId>{4A2115C4-6B3A-4D30-B7F6-968B7D09FD51}</a:tableStyleId>
              </a:tblPr>
              <a:tblGrid>
                <a:gridCol w="2070000"/>
                <a:gridCol w="2213200"/>
                <a:gridCol w="1732475"/>
                <a:gridCol w="2264325"/>
              </a:tblGrid>
              <a:tr h="571600">
                <a:tc>
                  <a:txBody>
                    <a:bodyPr/>
                    <a:lstStyle/>
                    <a:p>
                      <a:pPr indent="0" lvl="0" marL="0" rtl="0" algn="l">
                        <a:spcBef>
                          <a:spcPts val="0"/>
                        </a:spcBef>
                        <a:spcAft>
                          <a:spcPts val="0"/>
                        </a:spcAft>
                        <a:buNone/>
                      </a:pPr>
                      <a:r>
                        <a:rPr b="1" lang="ja" sz="800"/>
                        <a:t>Purpose</a:t>
                      </a:r>
                      <a:endParaRPr b="1" sz="8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t>Format</a:t>
                      </a:r>
                      <a:r>
                        <a:rPr b="1" lang="ja" sz="800"/>
                        <a:t>・Date・Frequency</a:t>
                      </a:r>
                      <a:endParaRPr b="1" sz="8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t>PIC</a:t>
                      </a:r>
                      <a:endParaRPr b="1" sz="8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dk1"/>
                          </a:solidFill>
                        </a:rPr>
                        <a:t>Content</a:t>
                      </a:r>
                      <a:endParaRPr b="1" sz="8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r>
              <a:tr h="660975">
                <a:tc>
                  <a:txBody>
                    <a:bodyPr/>
                    <a:lstStyle/>
                    <a:p>
                      <a:pPr indent="0" lvl="0" marL="0" rtl="0" algn="l">
                        <a:spcBef>
                          <a:spcPts val="0"/>
                        </a:spcBef>
                        <a:spcAft>
                          <a:spcPts val="0"/>
                        </a:spcAft>
                        <a:buNone/>
                      </a:pPr>
                      <a:r>
                        <a:rPr b="1" lang="ja" sz="1000"/>
                        <a:t>Sprint planning</a:t>
                      </a:r>
                      <a:endParaRPr b="1" sz="1000"/>
                    </a:p>
                  </a:txBody>
                  <a:tcPr marT="90000"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MTG</a:t>
                      </a:r>
                      <a:endParaRPr b="1" sz="1000"/>
                    </a:p>
                    <a:p>
                      <a:pPr indent="0" lvl="0" marL="0" rtl="0" algn="l">
                        <a:lnSpc>
                          <a:spcPct val="115000"/>
                        </a:lnSpc>
                        <a:spcBef>
                          <a:spcPts val="0"/>
                        </a:spcBef>
                        <a:spcAft>
                          <a:spcPts val="0"/>
                        </a:spcAft>
                        <a:buNone/>
                      </a:pPr>
                      <a:r>
                        <a:rPr b="1" lang="ja" sz="1000">
                          <a:solidFill>
                            <a:schemeClr val="accent3"/>
                          </a:solidFill>
                        </a:rPr>
                        <a:t>3 business days before the sprint start</a:t>
                      </a:r>
                      <a:endParaRPr b="1" sz="1000">
                        <a:solidFill>
                          <a:schemeClr val="accent3"/>
                        </a:solidFill>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PSM</a:t>
                      </a:r>
                      <a:endParaRPr sz="1000"/>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Development </a:t>
                      </a:r>
                      <a:r>
                        <a:rPr lang="ja" sz="1000"/>
                        <a:t>content</a:t>
                      </a:r>
                      <a:r>
                        <a:rPr lang="ja" sz="1000"/>
                        <a:t> for the next sprint</a:t>
                      </a:r>
                      <a:endParaRPr sz="1000"/>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60975">
                <a:tc>
                  <a:txBody>
                    <a:bodyPr/>
                    <a:lstStyle/>
                    <a:p>
                      <a:pPr indent="0" lvl="0" marL="0" rtl="0" algn="l">
                        <a:spcBef>
                          <a:spcPts val="0"/>
                        </a:spcBef>
                        <a:spcAft>
                          <a:spcPts val="0"/>
                        </a:spcAft>
                        <a:buNone/>
                      </a:pPr>
                      <a:r>
                        <a:rPr b="1" lang="ja" sz="1000"/>
                        <a:t>Regular Development Meeting</a:t>
                      </a:r>
                      <a:endParaRPr b="1" sz="10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MTG</a:t>
                      </a:r>
                      <a:endParaRPr b="1" sz="1000"/>
                    </a:p>
                    <a:p>
                      <a:pPr indent="0" lvl="0" marL="0" rtl="0" algn="l">
                        <a:lnSpc>
                          <a:spcPct val="115000"/>
                        </a:lnSpc>
                        <a:spcBef>
                          <a:spcPts val="0"/>
                        </a:spcBef>
                        <a:spcAft>
                          <a:spcPts val="0"/>
                        </a:spcAft>
                        <a:buNone/>
                      </a:pPr>
                      <a:r>
                        <a:rPr b="1" lang="ja" sz="1000">
                          <a:solidFill>
                            <a:schemeClr val="accent3"/>
                          </a:solidFill>
                        </a:rPr>
                        <a:t>Every Friday</a:t>
                      </a:r>
                      <a:endParaRPr b="1" sz="1000">
                        <a:solidFill>
                          <a:schemeClr val="accent3"/>
                        </a:solidFill>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PM, BrSE</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Development progress information</a:t>
                      </a:r>
                      <a:endParaRPr sz="1000"/>
                    </a:p>
                    <a:p>
                      <a:pPr indent="0" lvl="0" marL="0" rtl="0" algn="l">
                        <a:lnSpc>
                          <a:spcPct val="115000"/>
                        </a:lnSpc>
                        <a:spcBef>
                          <a:spcPts val="0"/>
                        </a:spcBef>
                        <a:spcAft>
                          <a:spcPts val="0"/>
                        </a:spcAft>
                        <a:buNone/>
                      </a:pPr>
                      <a:r>
                        <a:rPr lang="ja" sz="1000"/>
                        <a:t>Current issues</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60975">
                <a:tc>
                  <a:txBody>
                    <a:bodyPr/>
                    <a:lstStyle/>
                    <a:p>
                      <a:pPr indent="0" lvl="0" marL="0" rtl="0" algn="l">
                        <a:spcBef>
                          <a:spcPts val="0"/>
                        </a:spcBef>
                        <a:spcAft>
                          <a:spcPts val="0"/>
                        </a:spcAft>
                        <a:buNone/>
                      </a:pPr>
                      <a:r>
                        <a:rPr b="1" lang="ja" sz="1000"/>
                        <a:t>Technical / Specification /Behavior consultant</a:t>
                      </a:r>
                      <a:endParaRPr b="1" sz="10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Slack</a:t>
                      </a:r>
                      <a:endParaRPr b="1" sz="1000"/>
                    </a:p>
                    <a:p>
                      <a:pPr indent="0" lvl="0" marL="0" rtl="0" algn="l">
                        <a:lnSpc>
                          <a:spcPct val="115000"/>
                        </a:lnSpc>
                        <a:spcBef>
                          <a:spcPts val="0"/>
                        </a:spcBef>
                        <a:spcAft>
                          <a:spcPts val="0"/>
                        </a:spcAft>
                        <a:buNone/>
                      </a:pPr>
                      <a:r>
                        <a:rPr b="1" lang="ja" sz="1000">
                          <a:solidFill>
                            <a:schemeClr val="accent3"/>
                          </a:solidFill>
                        </a:rPr>
                        <a:t>#dev_tech_discussion</a:t>
                      </a:r>
                      <a:endParaRPr b="1" sz="1000">
                        <a:solidFill>
                          <a:schemeClr val="accent3"/>
                        </a:solidFill>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Tech Lead, BrE, PM</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b="1"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60975">
                <a:tc>
                  <a:txBody>
                    <a:bodyPr/>
                    <a:lstStyle/>
                    <a:p>
                      <a:pPr indent="0" lvl="0" marL="0" rtl="0" algn="l">
                        <a:spcBef>
                          <a:spcPts val="0"/>
                        </a:spcBef>
                        <a:spcAft>
                          <a:spcPts val="0"/>
                        </a:spcAft>
                        <a:buNone/>
                      </a:pPr>
                      <a:r>
                        <a:rPr b="1" lang="ja" sz="1000"/>
                        <a:t>Decision on release to production</a:t>
                      </a:r>
                      <a:endParaRPr b="1" sz="10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MTG</a:t>
                      </a:r>
                      <a:endParaRPr b="1" sz="1000"/>
                    </a:p>
                    <a:p>
                      <a:pPr indent="0" lvl="0" marL="0" rtl="0" algn="l">
                        <a:lnSpc>
                          <a:spcPct val="115000"/>
                        </a:lnSpc>
                        <a:spcBef>
                          <a:spcPts val="0"/>
                        </a:spcBef>
                        <a:spcAft>
                          <a:spcPts val="0"/>
                        </a:spcAft>
                        <a:buNone/>
                      </a:pPr>
                      <a:r>
                        <a:rPr b="1" lang="ja" sz="1000">
                          <a:solidFill>
                            <a:schemeClr val="accent3"/>
                          </a:solidFill>
                        </a:rPr>
                        <a:t>2 weeks before the planned release date</a:t>
                      </a:r>
                      <a:endParaRPr b="1" sz="1000">
                        <a:solidFill>
                          <a:schemeClr val="accent3"/>
                        </a:solidFill>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PO, PM, PSM</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Next release details</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2"/>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Choices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3"/>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Things to Respect </a:t>
            </a:r>
            <a:endParaRPr/>
          </a:p>
        </p:txBody>
      </p:sp>
      <p:sp>
        <p:nvSpPr>
          <p:cNvPr id="619" name="Google Shape;619;p43"/>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Choices ｜ </a:t>
            </a:r>
            <a:r>
              <a:rPr lang="ja">
                <a:solidFill>
                  <a:schemeClr val="accent1"/>
                </a:solidFill>
              </a:rPr>
              <a:t>Project acceptance requirements</a:t>
            </a:r>
            <a:endParaRPr/>
          </a:p>
        </p:txBody>
      </p:sp>
      <p:sp>
        <p:nvSpPr>
          <p:cNvPr id="620" name="Google Shape;620;p43"/>
          <p:cNvSpPr/>
          <p:nvPr/>
        </p:nvSpPr>
        <p:spPr>
          <a:xfrm>
            <a:off x="46276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3"/>
          <p:cNvSpPr txBox="1"/>
          <p:nvPr/>
        </p:nvSpPr>
        <p:spPr>
          <a:xfrm>
            <a:off x="4791650" y="1586700"/>
            <a:ext cx="1668600" cy="8400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Automate unit and regression testing</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Code and design reviews are conducted at each milestone</a:t>
            </a:r>
            <a:endParaRPr sz="900">
              <a:solidFill>
                <a:schemeClr val="dk1"/>
              </a:solidFill>
              <a:latin typeface="Noto Sans JP"/>
              <a:ea typeface="Noto Sans JP"/>
              <a:cs typeface="Noto Sans JP"/>
              <a:sym typeface="Noto Sans JP"/>
            </a:endParaRPr>
          </a:p>
        </p:txBody>
      </p:sp>
      <p:cxnSp>
        <p:nvCxnSpPr>
          <p:cNvPr id="622" name="Google Shape;622;p43"/>
          <p:cNvCxnSpPr/>
          <p:nvPr/>
        </p:nvCxnSpPr>
        <p:spPr>
          <a:xfrm>
            <a:off x="48198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23" name="Google Shape;623;p43"/>
          <p:cNvSpPr txBox="1"/>
          <p:nvPr/>
        </p:nvSpPr>
        <p:spPr>
          <a:xfrm>
            <a:off x="4791650" y="3883688"/>
            <a:ext cx="1668600" cy="4065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Consider execute user testing for important features with target users.</a:t>
            </a:r>
            <a:endParaRPr sz="800">
              <a:solidFill>
                <a:schemeClr val="lt1"/>
              </a:solidFill>
              <a:latin typeface="Noto Sans JP"/>
              <a:ea typeface="Noto Sans JP"/>
              <a:cs typeface="Noto Sans JP"/>
              <a:sym typeface="Noto Sans JP"/>
            </a:endParaRPr>
          </a:p>
        </p:txBody>
      </p:sp>
      <p:sp>
        <p:nvSpPr>
          <p:cNvPr id="624" name="Google Shape;624;p43"/>
          <p:cNvSpPr txBox="1"/>
          <p:nvPr/>
        </p:nvSpPr>
        <p:spPr>
          <a:xfrm>
            <a:off x="48267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Quality</a:t>
            </a:r>
            <a:endParaRPr b="1" sz="900">
              <a:solidFill>
                <a:schemeClr val="lt1"/>
              </a:solidFill>
              <a:latin typeface="Noto Sans JP"/>
              <a:ea typeface="Noto Sans JP"/>
              <a:cs typeface="Noto Sans JP"/>
              <a:sym typeface="Noto Sans JP"/>
            </a:endParaRPr>
          </a:p>
        </p:txBody>
      </p:sp>
      <p:sp>
        <p:nvSpPr>
          <p:cNvPr id="625" name="Google Shape;625;p43"/>
          <p:cNvSpPr txBox="1"/>
          <p:nvPr/>
        </p:nvSpPr>
        <p:spPr>
          <a:xfrm>
            <a:off x="4808194" y="3546513"/>
            <a:ext cx="165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a:t>
            </a:r>
            <a:r>
              <a:rPr lang="ja" sz="900">
                <a:solidFill>
                  <a:schemeClr val="lt1"/>
                </a:solidFill>
                <a:latin typeface="Noto Sans JP"/>
                <a:ea typeface="Noto Sans JP"/>
                <a:cs typeface="Noto Sans JP"/>
                <a:sym typeface="Noto Sans JP"/>
              </a:rPr>
              <a:t>What hasn't been decided yet</a:t>
            </a:r>
            <a:r>
              <a:rPr lang="ja" sz="900">
                <a:solidFill>
                  <a:schemeClr val="lt1"/>
                </a:solidFill>
                <a:latin typeface="Noto Sans JP"/>
                <a:ea typeface="Noto Sans JP"/>
                <a:cs typeface="Noto Sans JP"/>
                <a:sym typeface="Noto Sans JP"/>
              </a:rPr>
              <a:t>）</a:t>
            </a:r>
            <a:endParaRPr sz="900">
              <a:solidFill>
                <a:schemeClr val="lt1"/>
              </a:solidFill>
              <a:latin typeface="Noto Sans JP"/>
              <a:ea typeface="Noto Sans JP"/>
              <a:cs typeface="Noto Sans JP"/>
              <a:sym typeface="Noto Sans JP"/>
            </a:endParaRPr>
          </a:p>
        </p:txBody>
      </p:sp>
      <p:sp>
        <p:nvSpPr>
          <p:cNvPr id="626" name="Google Shape;626;p43"/>
          <p:cNvSpPr txBox="1"/>
          <p:nvPr/>
        </p:nvSpPr>
        <p:spPr>
          <a:xfrm>
            <a:off x="4826750" y="1186375"/>
            <a:ext cx="1652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Few defects</a:t>
            </a:r>
            <a:endParaRPr b="1" sz="1100">
              <a:solidFill>
                <a:schemeClr val="lt1"/>
              </a:solidFill>
              <a:latin typeface="Noto Sans JP"/>
              <a:ea typeface="Noto Sans JP"/>
              <a:cs typeface="Noto Sans JP"/>
              <a:sym typeface="Noto Sans JP"/>
            </a:endParaRPr>
          </a:p>
        </p:txBody>
      </p:sp>
      <p:sp>
        <p:nvSpPr>
          <p:cNvPr id="627" name="Google Shape;627;p43"/>
          <p:cNvSpPr/>
          <p:nvPr/>
        </p:nvSpPr>
        <p:spPr>
          <a:xfrm>
            <a:off x="25388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3"/>
          <p:cNvSpPr txBox="1"/>
          <p:nvPr/>
        </p:nvSpPr>
        <p:spPr>
          <a:xfrm>
            <a:off x="2702850" y="1586700"/>
            <a:ext cx="1668600" cy="12228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Prioritize low-cost tools (e.g. Figma, Notion, etc.)</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In case project use expensive tools, make sure the ROI is clear</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Designed components and modules are </a:t>
            </a:r>
            <a:r>
              <a:rPr lang="ja" sz="900">
                <a:solidFill>
                  <a:schemeClr val="dk1"/>
                </a:solidFill>
                <a:latin typeface="Noto Sans JP"/>
                <a:ea typeface="Noto Sans JP"/>
                <a:cs typeface="Noto Sans JP"/>
                <a:sym typeface="Noto Sans JP"/>
              </a:rPr>
              <a:t>reusable</a:t>
            </a:r>
            <a:endParaRPr sz="900">
              <a:solidFill>
                <a:schemeClr val="dk1"/>
              </a:solidFill>
              <a:latin typeface="Noto Sans JP"/>
              <a:ea typeface="Noto Sans JP"/>
              <a:cs typeface="Noto Sans JP"/>
              <a:sym typeface="Noto Sans JP"/>
            </a:endParaRPr>
          </a:p>
        </p:txBody>
      </p:sp>
      <p:cxnSp>
        <p:nvCxnSpPr>
          <p:cNvPr id="629" name="Google Shape;629;p43"/>
          <p:cNvCxnSpPr/>
          <p:nvPr/>
        </p:nvCxnSpPr>
        <p:spPr>
          <a:xfrm>
            <a:off x="27310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30" name="Google Shape;630;p43"/>
          <p:cNvSpPr txBox="1"/>
          <p:nvPr/>
        </p:nvSpPr>
        <p:spPr>
          <a:xfrm>
            <a:off x="2702850" y="3883688"/>
            <a:ext cx="1668600" cy="2646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Do you need to use external vendors or freelancers?</a:t>
            </a:r>
            <a:endParaRPr sz="800">
              <a:solidFill>
                <a:schemeClr val="lt1"/>
              </a:solidFill>
              <a:latin typeface="Noto Sans JP"/>
              <a:ea typeface="Noto Sans JP"/>
              <a:cs typeface="Noto Sans JP"/>
              <a:sym typeface="Noto Sans JP"/>
            </a:endParaRPr>
          </a:p>
        </p:txBody>
      </p:sp>
      <p:sp>
        <p:nvSpPr>
          <p:cNvPr id="631" name="Google Shape;631;p43"/>
          <p:cNvSpPr txBox="1"/>
          <p:nvPr/>
        </p:nvSpPr>
        <p:spPr>
          <a:xfrm>
            <a:off x="27379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Cost</a:t>
            </a:r>
            <a:endParaRPr b="1" sz="900">
              <a:solidFill>
                <a:schemeClr val="lt1"/>
              </a:solidFill>
              <a:latin typeface="Noto Sans JP"/>
              <a:ea typeface="Noto Sans JP"/>
              <a:cs typeface="Noto Sans JP"/>
              <a:sym typeface="Noto Sans JP"/>
            </a:endParaRPr>
          </a:p>
        </p:txBody>
      </p:sp>
      <p:sp>
        <p:nvSpPr>
          <p:cNvPr id="632" name="Google Shape;632;p43"/>
          <p:cNvSpPr txBox="1"/>
          <p:nvPr/>
        </p:nvSpPr>
        <p:spPr>
          <a:xfrm>
            <a:off x="2719394" y="3546513"/>
            <a:ext cx="165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a:t>
            </a:r>
            <a:r>
              <a:rPr lang="ja" sz="900">
                <a:solidFill>
                  <a:schemeClr val="lt1"/>
                </a:solidFill>
                <a:latin typeface="Noto Sans JP"/>
                <a:ea typeface="Noto Sans JP"/>
                <a:cs typeface="Noto Sans JP"/>
                <a:sym typeface="Noto Sans JP"/>
              </a:rPr>
              <a:t>What hasn't been decided yet</a:t>
            </a:r>
            <a:r>
              <a:rPr lang="ja" sz="900">
                <a:solidFill>
                  <a:schemeClr val="lt1"/>
                </a:solidFill>
                <a:latin typeface="Noto Sans JP"/>
                <a:ea typeface="Noto Sans JP"/>
                <a:cs typeface="Noto Sans JP"/>
                <a:sym typeface="Noto Sans JP"/>
              </a:rPr>
              <a:t>）</a:t>
            </a:r>
            <a:endParaRPr sz="900">
              <a:solidFill>
                <a:schemeClr val="lt1"/>
              </a:solidFill>
              <a:latin typeface="Noto Sans JP"/>
              <a:ea typeface="Noto Sans JP"/>
              <a:cs typeface="Noto Sans JP"/>
              <a:sym typeface="Noto Sans JP"/>
            </a:endParaRPr>
          </a:p>
        </p:txBody>
      </p:sp>
      <p:sp>
        <p:nvSpPr>
          <p:cNvPr id="633" name="Google Shape;633;p43"/>
          <p:cNvSpPr txBox="1"/>
          <p:nvPr/>
        </p:nvSpPr>
        <p:spPr>
          <a:xfrm>
            <a:off x="2737950" y="1186375"/>
            <a:ext cx="1652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Stay within budget</a:t>
            </a:r>
            <a:endParaRPr b="1" sz="1100">
              <a:solidFill>
                <a:schemeClr val="lt1"/>
              </a:solidFill>
              <a:latin typeface="Noto Sans JP"/>
              <a:ea typeface="Noto Sans JP"/>
              <a:cs typeface="Noto Sans JP"/>
              <a:sym typeface="Noto Sans JP"/>
            </a:endParaRPr>
          </a:p>
        </p:txBody>
      </p:sp>
      <p:sp>
        <p:nvSpPr>
          <p:cNvPr id="634" name="Google Shape;634;p43"/>
          <p:cNvSpPr/>
          <p:nvPr/>
        </p:nvSpPr>
        <p:spPr>
          <a:xfrm>
            <a:off x="4500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3"/>
          <p:cNvSpPr txBox="1"/>
          <p:nvPr/>
        </p:nvSpPr>
        <p:spPr>
          <a:xfrm>
            <a:off x="614050" y="1586700"/>
            <a:ext cx="1668600" cy="10635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Final test completion date before release</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App Store/Google Play Store application deadline</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Pre-release notification schedule for stakeholders</a:t>
            </a:r>
            <a:endParaRPr sz="900">
              <a:solidFill>
                <a:schemeClr val="dk1"/>
              </a:solidFill>
              <a:latin typeface="Noto Sans JP"/>
              <a:ea typeface="Noto Sans JP"/>
              <a:cs typeface="Noto Sans JP"/>
              <a:sym typeface="Noto Sans JP"/>
            </a:endParaRPr>
          </a:p>
        </p:txBody>
      </p:sp>
      <p:cxnSp>
        <p:nvCxnSpPr>
          <p:cNvPr id="636" name="Google Shape;636;p43"/>
          <p:cNvCxnSpPr/>
          <p:nvPr/>
        </p:nvCxnSpPr>
        <p:spPr>
          <a:xfrm>
            <a:off x="6422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37" name="Google Shape;637;p43"/>
          <p:cNvSpPr txBox="1"/>
          <p:nvPr/>
        </p:nvSpPr>
        <p:spPr>
          <a:xfrm>
            <a:off x="614050" y="3883688"/>
            <a:ext cx="1668600" cy="1230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None</a:t>
            </a:r>
            <a:endParaRPr sz="800">
              <a:solidFill>
                <a:schemeClr val="lt1"/>
              </a:solidFill>
              <a:latin typeface="Noto Sans JP"/>
              <a:ea typeface="Noto Sans JP"/>
              <a:cs typeface="Noto Sans JP"/>
              <a:sym typeface="Noto Sans JP"/>
            </a:endParaRPr>
          </a:p>
        </p:txBody>
      </p:sp>
      <p:sp>
        <p:nvSpPr>
          <p:cNvPr id="638" name="Google Shape;638;p43"/>
          <p:cNvSpPr txBox="1"/>
          <p:nvPr/>
        </p:nvSpPr>
        <p:spPr>
          <a:xfrm>
            <a:off x="6491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Delivery</a:t>
            </a:r>
            <a:endParaRPr b="1" sz="900">
              <a:solidFill>
                <a:schemeClr val="lt1"/>
              </a:solidFill>
              <a:latin typeface="Noto Sans JP"/>
              <a:ea typeface="Noto Sans JP"/>
              <a:cs typeface="Noto Sans JP"/>
              <a:sym typeface="Noto Sans JP"/>
            </a:endParaRPr>
          </a:p>
        </p:txBody>
      </p:sp>
      <p:sp>
        <p:nvSpPr>
          <p:cNvPr id="639" name="Google Shape;639;p43"/>
          <p:cNvSpPr txBox="1"/>
          <p:nvPr/>
        </p:nvSpPr>
        <p:spPr>
          <a:xfrm>
            <a:off x="630594" y="3546513"/>
            <a:ext cx="165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a:t>
            </a:r>
            <a:r>
              <a:rPr lang="ja" sz="900">
                <a:solidFill>
                  <a:schemeClr val="lt1"/>
                </a:solidFill>
                <a:latin typeface="Noto Sans JP"/>
                <a:ea typeface="Noto Sans JP"/>
                <a:cs typeface="Noto Sans JP"/>
                <a:sym typeface="Noto Sans JP"/>
              </a:rPr>
              <a:t>What hasn't been decided yet</a:t>
            </a:r>
            <a:r>
              <a:rPr lang="ja" sz="900">
                <a:solidFill>
                  <a:schemeClr val="lt1"/>
                </a:solidFill>
                <a:latin typeface="Noto Sans JP"/>
                <a:ea typeface="Noto Sans JP"/>
                <a:cs typeface="Noto Sans JP"/>
                <a:sym typeface="Noto Sans JP"/>
              </a:rPr>
              <a:t>）</a:t>
            </a:r>
            <a:endParaRPr sz="900">
              <a:solidFill>
                <a:schemeClr val="lt1"/>
              </a:solidFill>
              <a:latin typeface="Noto Sans JP"/>
              <a:ea typeface="Noto Sans JP"/>
              <a:cs typeface="Noto Sans JP"/>
              <a:sym typeface="Noto Sans JP"/>
            </a:endParaRPr>
          </a:p>
        </p:txBody>
      </p:sp>
      <p:sp>
        <p:nvSpPr>
          <p:cNvPr id="640" name="Google Shape;640;p43"/>
          <p:cNvSpPr txBox="1"/>
          <p:nvPr/>
        </p:nvSpPr>
        <p:spPr>
          <a:xfrm>
            <a:off x="649150" y="1186375"/>
            <a:ext cx="1652100" cy="507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Strict adherence to delivery dates/releases</a:t>
            </a:r>
            <a:endParaRPr b="1" sz="1100">
              <a:solidFill>
                <a:schemeClr val="lt1"/>
              </a:solidFill>
              <a:latin typeface="Noto Sans JP"/>
              <a:ea typeface="Noto Sans JP"/>
              <a:cs typeface="Noto Sans JP"/>
              <a:sym typeface="Noto Sans JP"/>
            </a:endParaRPr>
          </a:p>
          <a:p>
            <a:pPr indent="0" lvl="0" marL="0" rtl="0" algn="ctr">
              <a:spcBef>
                <a:spcPts val="0"/>
              </a:spcBef>
              <a:spcAft>
                <a:spcPts val="0"/>
              </a:spcAft>
              <a:buNone/>
            </a:pPr>
            <a:r>
              <a:t/>
            </a:r>
            <a:endParaRPr b="1" sz="1100">
              <a:solidFill>
                <a:schemeClr val="lt1"/>
              </a:solidFill>
              <a:latin typeface="Noto Sans JP"/>
              <a:ea typeface="Noto Sans JP"/>
              <a:cs typeface="Noto Sans JP"/>
              <a:sym typeface="Noto Sans JP"/>
            </a:endParaRPr>
          </a:p>
        </p:txBody>
      </p:sp>
      <p:sp>
        <p:nvSpPr>
          <p:cNvPr id="641" name="Google Shape;641;p43"/>
          <p:cNvSpPr/>
          <p:nvPr/>
        </p:nvSpPr>
        <p:spPr>
          <a:xfrm>
            <a:off x="67164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3"/>
          <p:cNvSpPr txBox="1"/>
          <p:nvPr/>
        </p:nvSpPr>
        <p:spPr>
          <a:xfrm>
            <a:off x="6880450" y="1586700"/>
            <a:ext cx="1668600" cy="8088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aaaa</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bbbb</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cccc</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a:t>
            </a:r>
            <a:endParaRPr sz="900">
              <a:solidFill>
                <a:schemeClr val="dk1"/>
              </a:solidFill>
              <a:latin typeface="Noto Sans JP"/>
              <a:ea typeface="Noto Sans JP"/>
              <a:cs typeface="Noto Sans JP"/>
              <a:sym typeface="Noto Sans JP"/>
            </a:endParaRPr>
          </a:p>
        </p:txBody>
      </p:sp>
      <p:cxnSp>
        <p:nvCxnSpPr>
          <p:cNvPr id="643" name="Google Shape;643;p43"/>
          <p:cNvCxnSpPr/>
          <p:nvPr/>
        </p:nvCxnSpPr>
        <p:spPr>
          <a:xfrm>
            <a:off x="69086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44" name="Google Shape;644;p43"/>
          <p:cNvSpPr txBox="1"/>
          <p:nvPr/>
        </p:nvSpPr>
        <p:spPr>
          <a:xfrm>
            <a:off x="6880450" y="3883688"/>
            <a:ext cx="1668600" cy="2646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aaaa</a:t>
            </a:r>
            <a:endParaRPr sz="800">
              <a:solidFill>
                <a:schemeClr val="lt1"/>
              </a:solidFill>
              <a:latin typeface="Noto Sans JP"/>
              <a:ea typeface="Noto Sans JP"/>
              <a:cs typeface="Noto Sans JP"/>
              <a:sym typeface="Noto Sans JP"/>
            </a:endParaRPr>
          </a:p>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bbbb</a:t>
            </a:r>
            <a:endParaRPr sz="800">
              <a:solidFill>
                <a:schemeClr val="lt1"/>
              </a:solidFill>
              <a:latin typeface="Noto Sans JP"/>
              <a:ea typeface="Noto Sans JP"/>
              <a:cs typeface="Noto Sans JP"/>
              <a:sym typeface="Noto Sans JP"/>
            </a:endParaRPr>
          </a:p>
        </p:txBody>
      </p:sp>
      <p:sp>
        <p:nvSpPr>
          <p:cNvPr id="645" name="Google Shape;645;p43"/>
          <p:cNvSpPr txBox="1"/>
          <p:nvPr/>
        </p:nvSpPr>
        <p:spPr>
          <a:xfrm>
            <a:off x="69155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Scope</a:t>
            </a:r>
            <a:endParaRPr b="1" sz="900">
              <a:solidFill>
                <a:schemeClr val="lt1"/>
              </a:solidFill>
              <a:latin typeface="Noto Sans JP"/>
              <a:ea typeface="Noto Sans JP"/>
              <a:cs typeface="Noto Sans JP"/>
              <a:sym typeface="Noto Sans JP"/>
            </a:endParaRPr>
          </a:p>
        </p:txBody>
      </p:sp>
      <p:sp>
        <p:nvSpPr>
          <p:cNvPr id="646" name="Google Shape;646;p43"/>
          <p:cNvSpPr txBox="1"/>
          <p:nvPr/>
        </p:nvSpPr>
        <p:spPr>
          <a:xfrm>
            <a:off x="6896994" y="3546513"/>
            <a:ext cx="165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a:t>
            </a:r>
            <a:r>
              <a:rPr lang="ja" sz="900">
                <a:solidFill>
                  <a:schemeClr val="lt1"/>
                </a:solidFill>
                <a:latin typeface="Noto Sans JP"/>
                <a:ea typeface="Noto Sans JP"/>
                <a:cs typeface="Noto Sans JP"/>
                <a:sym typeface="Noto Sans JP"/>
              </a:rPr>
              <a:t>What hasn't been decided yet</a:t>
            </a:r>
            <a:r>
              <a:rPr lang="ja" sz="900">
                <a:solidFill>
                  <a:schemeClr val="lt1"/>
                </a:solidFill>
                <a:latin typeface="Noto Sans JP"/>
                <a:ea typeface="Noto Sans JP"/>
                <a:cs typeface="Noto Sans JP"/>
                <a:sym typeface="Noto Sans JP"/>
              </a:rPr>
              <a:t>）</a:t>
            </a:r>
            <a:endParaRPr sz="900">
              <a:solidFill>
                <a:schemeClr val="lt1"/>
              </a:solidFill>
              <a:latin typeface="Noto Sans JP"/>
              <a:ea typeface="Noto Sans JP"/>
              <a:cs typeface="Noto Sans JP"/>
              <a:sym typeface="Noto Sans JP"/>
            </a:endParaRPr>
          </a:p>
        </p:txBody>
      </p:sp>
      <p:sp>
        <p:nvSpPr>
          <p:cNvPr id="647" name="Google Shape;647;p43"/>
          <p:cNvSpPr txBox="1"/>
          <p:nvPr/>
        </p:nvSpPr>
        <p:spPr>
          <a:xfrm>
            <a:off x="6915550" y="1186375"/>
            <a:ext cx="1652100" cy="507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100"/>
              <a:buFont typeface="Arial"/>
              <a:buNone/>
            </a:pPr>
            <a:r>
              <a:rPr b="1" lang="ja" sz="1100">
                <a:solidFill>
                  <a:schemeClr val="lt1"/>
                </a:solidFill>
                <a:latin typeface="Noto Sans JP"/>
                <a:ea typeface="Noto Sans JP"/>
                <a:cs typeface="Noto Sans JP"/>
                <a:sym typeface="Noto Sans JP"/>
              </a:rPr>
              <a:t>Fulfilling business and functions</a:t>
            </a:r>
            <a:endParaRPr b="1" sz="1100">
              <a:solidFill>
                <a:schemeClr val="lt1"/>
              </a:solidFill>
              <a:latin typeface="Noto Sans JP"/>
              <a:ea typeface="Noto Sans JP"/>
              <a:cs typeface="Noto Sans JP"/>
              <a:sym typeface="Noto Sans JP"/>
            </a:endParaRPr>
          </a:p>
          <a:p>
            <a:pPr indent="0" lvl="0" marL="0" rtl="0" algn="ctr">
              <a:spcBef>
                <a:spcPts val="0"/>
              </a:spcBef>
              <a:spcAft>
                <a:spcPts val="0"/>
              </a:spcAft>
              <a:buNone/>
            </a:pPr>
            <a:r>
              <a:t/>
            </a:r>
            <a:endParaRPr b="1" sz="1100">
              <a:solidFill>
                <a:schemeClr val="lt1"/>
              </a:solidFill>
              <a:latin typeface="Noto Sans JP"/>
              <a:ea typeface="Noto Sans JP"/>
              <a:cs typeface="Noto Sans JP"/>
              <a:sym typeface="Noto Sans JP"/>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grpSp>
        <p:nvGrpSpPr>
          <p:cNvPr id="652" name="Google Shape;652;p44"/>
          <p:cNvGrpSpPr/>
          <p:nvPr/>
        </p:nvGrpSpPr>
        <p:grpSpPr>
          <a:xfrm>
            <a:off x="3605138" y="2444525"/>
            <a:ext cx="302425" cy="1722600"/>
            <a:chOff x="1088025" y="2235125"/>
            <a:chExt cx="302425" cy="1722600"/>
          </a:xfrm>
        </p:grpSpPr>
        <p:cxnSp>
          <p:nvCxnSpPr>
            <p:cNvPr id="653" name="Google Shape;653;p44"/>
            <p:cNvCxnSpPr/>
            <p:nvPr/>
          </p:nvCxnSpPr>
          <p:spPr>
            <a:xfrm>
              <a:off x="1239225" y="2235125"/>
              <a:ext cx="0" cy="1722600"/>
            </a:xfrm>
            <a:prstGeom prst="straightConnector1">
              <a:avLst/>
            </a:prstGeom>
            <a:noFill/>
            <a:ln cap="flat" cmpd="sng" w="9525">
              <a:solidFill>
                <a:srgbClr val="666666"/>
              </a:solidFill>
              <a:prstDash val="solid"/>
              <a:round/>
              <a:headEnd len="med" w="med" type="none"/>
              <a:tailEnd len="med" w="med" type="none"/>
            </a:ln>
          </p:spPr>
        </p:cxnSp>
        <p:cxnSp>
          <p:nvCxnSpPr>
            <p:cNvPr id="654" name="Google Shape;654;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5" name="Google Shape;655;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6" name="Google Shape;656;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7" name="Google Shape;657;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8" name="Google Shape;658;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9" name="Google Shape;659;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grpSp>
        <p:nvGrpSpPr>
          <p:cNvPr id="660" name="Google Shape;660;p44"/>
          <p:cNvGrpSpPr/>
          <p:nvPr/>
        </p:nvGrpSpPr>
        <p:grpSpPr>
          <a:xfrm>
            <a:off x="5272438" y="2444525"/>
            <a:ext cx="302425" cy="1722600"/>
            <a:chOff x="1088025" y="2235125"/>
            <a:chExt cx="302425" cy="1722600"/>
          </a:xfrm>
        </p:grpSpPr>
        <p:cxnSp>
          <p:nvCxnSpPr>
            <p:cNvPr id="661" name="Google Shape;661;p44"/>
            <p:cNvCxnSpPr/>
            <p:nvPr/>
          </p:nvCxnSpPr>
          <p:spPr>
            <a:xfrm>
              <a:off x="1239225" y="2235125"/>
              <a:ext cx="0" cy="1722600"/>
            </a:xfrm>
            <a:prstGeom prst="straightConnector1">
              <a:avLst/>
            </a:prstGeom>
            <a:noFill/>
            <a:ln cap="flat" cmpd="sng" w="9525">
              <a:solidFill>
                <a:srgbClr val="666666"/>
              </a:solidFill>
              <a:prstDash val="solid"/>
              <a:round/>
              <a:headEnd len="med" w="med" type="none"/>
              <a:tailEnd len="med" w="med" type="none"/>
            </a:ln>
          </p:spPr>
        </p:cxnSp>
        <p:cxnSp>
          <p:nvCxnSpPr>
            <p:cNvPr id="662" name="Google Shape;662;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3" name="Google Shape;663;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4" name="Google Shape;664;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5" name="Google Shape;665;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6" name="Google Shape;666;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7" name="Google Shape;667;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grpSp>
        <p:nvGrpSpPr>
          <p:cNvPr id="668" name="Google Shape;668;p44"/>
          <p:cNvGrpSpPr/>
          <p:nvPr/>
        </p:nvGrpSpPr>
        <p:grpSpPr>
          <a:xfrm>
            <a:off x="6939725" y="2444525"/>
            <a:ext cx="302425" cy="1722600"/>
            <a:chOff x="1088025" y="2235125"/>
            <a:chExt cx="302425" cy="1722600"/>
          </a:xfrm>
        </p:grpSpPr>
        <p:cxnSp>
          <p:nvCxnSpPr>
            <p:cNvPr id="669" name="Google Shape;669;p44"/>
            <p:cNvCxnSpPr/>
            <p:nvPr/>
          </p:nvCxnSpPr>
          <p:spPr>
            <a:xfrm>
              <a:off x="1239225" y="2235125"/>
              <a:ext cx="0" cy="1722600"/>
            </a:xfrm>
            <a:prstGeom prst="straightConnector1">
              <a:avLst/>
            </a:prstGeom>
            <a:noFill/>
            <a:ln cap="flat" cmpd="sng" w="9525">
              <a:solidFill>
                <a:srgbClr val="666666"/>
              </a:solidFill>
              <a:prstDash val="solid"/>
              <a:round/>
              <a:headEnd len="med" w="med" type="none"/>
              <a:tailEnd len="med" w="med" type="none"/>
            </a:ln>
          </p:spPr>
        </p:cxnSp>
        <p:cxnSp>
          <p:nvCxnSpPr>
            <p:cNvPr id="670" name="Google Shape;670;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1" name="Google Shape;671;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2" name="Google Shape;672;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3" name="Google Shape;673;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4" name="Google Shape;674;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5" name="Google Shape;675;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grpSp>
        <p:nvGrpSpPr>
          <p:cNvPr id="676" name="Google Shape;676;p44"/>
          <p:cNvGrpSpPr/>
          <p:nvPr/>
        </p:nvGrpSpPr>
        <p:grpSpPr>
          <a:xfrm>
            <a:off x="1750941" y="2365675"/>
            <a:ext cx="124200" cy="1883700"/>
            <a:chOff x="901103" y="2156275"/>
            <a:chExt cx="124200" cy="1883700"/>
          </a:xfrm>
        </p:grpSpPr>
        <p:sp>
          <p:nvSpPr>
            <p:cNvPr id="677" name="Google Shape;677;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5</a:t>
              </a:r>
              <a:endParaRPr sz="1000">
                <a:solidFill>
                  <a:srgbClr val="666666"/>
                </a:solidFill>
                <a:latin typeface="Noto Sans JP"/>
                <a:ea typeface="Noto Sans JP"/>
                <a:cs typeface="Noto Sans JP"/>
                <a:sym typeface="Noto Sans JP"/>
              </a:endParaRPr>
            </a:p>
          </p:txBody>
        </p:sp>
        <p:sp>
          <p:nvSpPr>
            <p:cNvPr id="678" name="Google Shape;678;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0</a:t>
              </a:r>
              <a:endParaRPr sz="1000">
                <a:solidFill>
                  <a:srgbClr val="666666"/>
                </a:solidFill>
                <a:latin typeface="Noto Sans JP"/>
                <a:ea typeface="Noto Sans JP"/>
                <a:cs typeface="Noto Sans JP"/>
                <a:sym typeface="Noto Sans JP"/>
              </a:endParaRPr>
            </a:p>
          </p:txBody>
        </p:sp>
        <p:sp>
          <p:nvSpPr>
            <p:cNvPr id="679" name="Google Shape;679;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4</a:t>
              </a:r>
              <a:endParaRPr sz="1000">
                <a:solidFill>
                  <a:srgbClr val="666666"/>
                </a:solidFill>
                <a:latin typeface="Noto Sans JP"/>
                <a:ea typeface="Noto Sans JP"/>
                <a:cs typeface="Noto Sans JP"/>
                <a:sym typeface="Noto Sans JP"/>
              </a:endParaRPr>
            </a:p>
          </p:txBody>
        </p:sp>
        <p:sp>
          <p:nvSpPr>
            <p:cNvPr id="680" name="Google Shape;680;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3</a:t>
              </a:r>
              <a:endParaRPr sz="1000">
                <a:solidFill>
                  <a:srgbClr val="666666"/>
                </a:solidFill>
                <a:latin typeface="Noto Sans JP"/>
                <a:ea typeface="Noto Sans JP"/>
                <a:cs typeface="Noto Sans JP"/>
                <a:sym typeface="Noto Sans JP"/>
              </a:endParaRPr>
            </a:p>
          </p:txBody>
        </p:sp>
        <p:sp>
          <p:nvSpPr>
            <p:cNvPr id="681" name="Google Shape;681;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2</a:t>
              </a:r>
              <a:endParaRPr sz="1000">
                <a:solidFill>
                  <a:srgbClr val="666666"/>
                </a:solidFill>
                <a:latin typeface="Noto Sans JP"/>
                <a:ea typeface="Noto Sans JP"/>
                <a:cs typeface="Noto Sans JP"/>
                <a:sym typeface="Noto Sans JP"/>
              </a:endParaRPr>
            </a:p>
          </p:txBody>
        </p:sp>
        <p:sp>
          <p:nvSpPr>
            <p:cNvPr id="682" name="Google Shape;682;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1</a:t>
              </a:r>
              <a:endParaRPr sz="1000">
                <a:solidFill>
                  <a:srgbClr val="666666"/>
                </a:solidFill>
                <a:latin typeface="Noto Sans JP"/>
                <a:ea typeface="Noto Sans JP"/>
                <a:cs typeface="Noto Sans JP"/>
                <a:sym typeface="Noto Sans JP"/>
              </a:endParaRPr>
            </a:p>
          </p:txBody>
        </p:sp>
      </p:grpSp>
      <p:grpSp>
        <p:nvGrpSpPr>
          <p:cNvPr id="683" name="Google Shape;683;p44"/>
          <p:cNvGrpSpPr/>
          <p:nvPr/>
        </p:nvGrpSpPr>
        <p:grpSpPr>
          <a:xfrm>
            <a:off x="3425488" y="2365675"/>
            <a:ext cx="124200" cy="1883700"/>
            <a:chOff x="901103" y="2156275"/>
            <a:chExt cx="124200" cy="1883700"/>
          </a:xfrm>
        </p:grpSpPr>
        <p:sp>
          <p:nvSpPr>
            <p:cNvPr id="684" name="Google Shape;684;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5</a:t>
              </a:r>
              <a:endParaRPr sz="1000">
                <a:solidFill>
                  <a:srgbClr val="242424"/>
                </a:solidFill>
                <a:latin typeface="Noto Sans JP"/>
                <a:ea typeface="Noto Sans JP"/>
                <a:cs typeface="Noto Sans JP"/>
                <a:sym typeface="Noto Sans JP"/>
              </a:endParaRPr>
            </a:p>
          </p:txBody>
        </p:sp>
        <p:sp>
          <p:nvSpPr>
            <p:cNvPr id="685" name="Google Shape;685;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0</a:t>
              </a:r>
              <a:endParaRPr sz="1000">
                <a:solidFill>
                  <a:srgbClr val="242424"/>
                </a:solidFill>
                <a:latin typeface="Noto Sans JP"/>
                <a:ea typeface="Noto Sans JP"/>
                <a:cs typeface="Noto Sans JP"/>
                <a:sym typeface="Noto Sans JP"/>
              </a:endParaRPr>
            </a:p>
          </p:txBody>
        </p:sp>
        <p:sp>
          <p:nvSpPr>
            <p:cNvPr id="686" name="Google Shape;686;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4</a:t>
              </a:r>
              <a:endParaRPr sz="1000">
                <a:solidFill>
                  <a:srgbClr val="242424"/>
                </a:solidFill>
                <a:latin typeface="Noto Sans JP"/>
                <a:ea typeface="Noto Sans JP"/>
                <a:cs typeface="Noto Sans JP"/>
                <a:sym typeface="Noto Sans JP"/>
              </a:endParaRPr>
            </a:p>
          </p:txBody>
        </p:sp>
        <p:sp>
          <p:nvSpPr>
            <p:cNvPr id="687" name="Google Shape;687;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3</a:t>
              </a:r>
              <a:endParaRPr sz="1000">
                <a:solidFill>
                  <a:srgbClr val="242424"/>
                </a:solidFill>
                <a:latin typeface="Noto Sans JP"/>
                <a:ea typeface="Noto Sans JP"/>
                <a:cs typeface="Noto Sans JP"/>
                <a:sym typeface="Noto Sans JP"/>
              </a:endParaRPr>
            </a:p>
          </p:txBody>
        </p:sp>
        <p:sp>
          <p:nvSpPr>
            <p:cNvPr id="688" name="Google Shape;688;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2</a:t>
              </a:r>
              <a:endParaRPr sz="1000">
                <a:solidFill>
                  <a:srgbClr val="242424"/>
                </a:solidFill>
                <a:latin typeface="Noto Sans JP"/>
                <a:ea typeface="Noto Sans JP"/>
                <a:cs typeface="Noto Sans JP"/>
                <a:sym typeface="Noto Sans JP"/>
              </a:endParaRPr>
            </a:p>
          </p:txBody>
        </p:sp>
        <p:sp>
          <p:nvSpPr>
            <p:cNvPr id="689" name="Google Shape;689;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1</a:t>
              </a:r>
              <a:endParaRPr sz="1000">
                <a:solidFill>
                  <a:srgbClr val="242424"/>
                </a:solidFill>
                <a:latin typeface="Noto Sans JP"/>
                <a:ea typeface="Noto Sans JP"/>
                <a:cs typeface="Noto Sans JP"/>
                <a:sym typeface="Noto Sans JP"/>
              </a:endParaRPr>
            </a:p>
          </p:txBody>
        </p:sp>
      </p:grpSp>
      <p:grpSp>
        <p:nvGrpSpPr>
          <p:cNvPr id="690" name="Google Shape;690;p44"/>
          <p:cNvGrpSpPr/>
          <p:nvPr/>
        </p:nvGrpSpPr>
        <p:grpSpPr>
          <a:xfrm>
            <a:off x="5100038" y="2365675"/>
            <a:ext cx="124200" cy="1883700"/>
            <a:chOff x="901103" y="2156275"/>
            <a:chExt cx="124200" cy="1883700"/>
          </a:xfrm>
        </p:grpSpPr>
        <p:sp>
          <p:nvSpPr>
            <p:cNvPr id="691" name="Google Shape;691;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5</a:t>
              </a:r>
              <a:endParaRPr sz="1000">
                <a:solidFill>
                  <a:srgbClr val="242424"/>
                </a:solidFill>
                <a:latin typeface="Noto Sans JP"/>
                <a:ea typeface="Noto Sans JP"/>
                <a:cs typeface="Noto Sans JP"/>
                <a:sym typeface="Noto Sans JP"/>
              </a:endParaRPr>
            </a:p>
          </p:txBody>
        </p:sp>
        <p:sp>
          <p:nvSpPr>
            <p:cNvPr id="692" name="Google Shape;692;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0</a:t>
              </a:r>
              <a:endParaRPr sz="1000">
                <a:solidFill>
                  <a:srgbClr val="242424"/>
                </a:solidFill>
                <a:latin typeface="Noto Sans JP"/>
                <a:ea typeface="Noto Sans JP"/>
                <a:cs typeface="Noto Sans JP"/>
                <a:sym typeface="Noto Sans JP"/>
              </a:endParaRPr>
            </a:p>
          </p:txBody>
        </p:sp>
        <p:sp>
          <p:nvSpPr>
            <p:cNvPr id="693" name="Google Shape;693;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4</a:t>
              </a:r>
              <a:endParaRPr sz="1000">
                <a:solidFill>
                  <a:srgbClr val="242424"/>
                </a:solidFill>
                <a:latin typeface="Noto Sans JP"/>
                <a:ea typeface="Noto Sans JP"/>
                <a:cs typeface="Noto Sans JP"/>
                <a:sym typeface="Noto Sans JP"/>
              </a:endParaRPr>
            </a:p>
          </p:txBody>
        </p:sp>
        <p:sp>
          <p:nvSpPr>
            <p:cNvPr id="694" name="Google Shape;694;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3</a:t>
              </a:r>
              <a:endParaRPr sz="1000">
                <a:solidFill>
                  <a:srgbClr val="242424"/>
                </a:solidFill>
                <a:latin typeface="Noto Sans JP"/>
                <a:ea typeface="Noto Sans JP"/>
                <a:cs typeface="Noto Sans JP"/>
                <a:sym typeface="Noto Sans JP"/>
              </a:endParaRPr>
            </a:p>
          </p:txBody>
        </p:sp>
        <p:sp>
          <p:nvSpPr>
            <p:cNvPr id="695" name="Google Shape;695;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2</a:t>
              </a:r>
              <a:endParaRPr sz="1000">
                <a:solidFill>
                  <a:srgbClr val="242424"/>
                </a:solidFill>
                <a:latin typeface="Noto Sans JP"/>
                <a:ea typeface="Noto Sans JP"/>
                <a:cs typeface="Noto Sans JP"/>
                <a:sym typeface="Noto Sans JP"/>
              </a:endParaRPr>
            </a:p>
          </p:txBody>
        </p:sp>
        <p:sp>
          <p:nvSpPr>
            <p:cNvPr id="696" name="Google Shape;696;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1</a:t>
              </a:r>
              <a:endParaRPr sz="1000">
                <a:solidFill>
                  <a:srgbClr val="242424"/>
                </a:solidFill>
                <a:latin typeface="Noto Sans JP"/>
                <a:ea typeface="Noto Sans JP"/>
                <a:cs typeface="Noto Sans JP"/>
                <a:sym typeface="Noto Sans JP"/>
              </a:endParaRPr>
            </a:p>
          </p:txBody>
        </p:sp>
      </p:grpSp>
      <p:grpSp>
        <p:nvGrpSpPr>
          <p:cNvPr id="697" name="Google Shape;697;p44"/>
          <p:cNvGrpSpPr/>
          <p:nvPr/>
        </p:nvGrpSpPr>
        <p:grpSpPr>
          <a:xfrm>
            <a:off x="6774588" y="2365675"/>
            <a:ext cx="124200" cy="1883700"/>
            <a:chOff x="901103" y="2156275"/>
            <a:chExt cx="124200" cy="1883700"/>
          </a:xfrm>
        </p:grpSpPr>
        <p:sp>
          <p:nvSpPr>
            <p:cNvPr id="698" name="Google Shape;698;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5</a:t>
              </a:r>
              <a:endParaRPr sz="1000">
                <a:solidFill>
                  <a:srgbClr val="242424"/>
                </a:solidFill>
                <a:latin typeface="Noto Sans JP"/>
                <a:ea typeface="Noto Sans JP"/>
                <a:cs typeface="Noto Sans JP"/>
                <a:sym typeface="Noto Sans JP"/>
              </a:endParaRPr>
            </a:p>
          </p:txBody>
        </p:sp>
        <p:sp>
          <p:nvSpPr>
            <p:cNvPr id="699" name="Google Shape;699;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0</a:t>
              </a:r>
              <a:endParaRPr sz="1000">
                <a:solidFill>
                  <a:srgbClr val="242424"/>
                </a:solidFill>
                <a:latin typeface="Noto Sans JP"/>
                <a:ea typeface="Noto Sans JP"/>
                <a:cs typeface="Noto Sans JP"/>
                <a:sym typeface="Noto Sans JP"/>
              </a:endParaRPr>
            </a:p>
          </p:txBody>
        </p:sp>
        <p:sp>
          <p:nvSpPr>
            <p:cNvPr id="700" name="Google Shape;700;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4</a:t>
              </a:r>
              <a:endParaRPr sz="1000">
                <a:solidFill>
                  <a:srgbClr val="242424"/>
                </a:solidFill>
                <a:latin typeface="Noto Sans JP"/>
                <a:ea typeface="Noto Sans JP"/>
                <a:cs typeface="Noto Sans JP"/>
                <a:sym typeface="Noto Sans JP"/>
              </a:endParaRPr>
            </a:p>
          </p:txBody>
        </p:sp>
        <p:sp>
          <p:nvSpPr>
            <p:cNvPr id="701" name="Google Shape;701;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3</a:t>
              </a:r>
              <a:endParaRPr sz="1000">
                <a:solidFill>
                  <a:srgbClr val="242424"/>
                </a:solidFill>
                <a:latin typeface="Noto Sans JP"/>
                <a:ea typeface="Noto Sans JP"/>
                <a:cs typeface="Noto Sans JP"/>
                <a:sym typeface="Noto Sans JP"/>
              </a:endParaRPr>
            </a:p>
          </p:txBody>
        </p:sp>
        <p:sp>
          <p:nvSpPr>
            <p:cNvPr id="702" name="Google Shape;702;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2</a:t>
              </a:r>
              <a:endParaRPr sz="1000">
                <a:solidFill>
                  <a:srgbClr val="242424"/>
                </a:solidFill>
                <a:latin typeface="Noto Sans JP"/>
                <a:ea typeface="Noto Sans JP"/>
                <a:cs typeface="Noto Sans JP"/>
                <a:sym typeface="Noto Sans JP"/>
              </a:endParaRPr>
            </a:p>
          </p:txBody>
        </p:sp>
        <p:sp>
          <p:nvSpPr>
            <p:cNvPr id="703" name="Google Shape;703;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1</a:t>
              </a:r>
              <a:endParaRPr sz="1000">
                <a:solidFill>
                  <a:srgbClr val="242424"/>
                </a:solidFill>
                <a:latin typeface="Noto Sans JP"/>
                <a:ea typeface="Noto Sans JP"/>
                <a:cs typeface="Noto Sans JP"/>
                <a:sym typeface="Noto Sans JP"/>
              </a:endParaRPr>
            </a:p>
          </p:txBody>
        </p:sp>
      </p:grpSp>
      <p:sp>
        <p:nvSpPr>
          <p:cNvPr id="704" name="Google Shape;704;p44"/>
          <p:cNvSpPr txBox="1"/>
          <p:nvPr/>
        </p:nvSpPr>
        <p:spPr>
          <a:xfrm>
            <a:off x="450000" y="1075575"/>
            <a:ext cx="8280000" cy="169200"/>
          </a:xfrm>
          <a:prstGeom prst="rect">
            <a:avLst/>
          </a:prstGeom>
          <a:noFill/>
          <a:ln>
            <a:noFill/>
          </a:ln>
        </p:spPr>
        <p:txBody>
          <a:bodyPr anchorCtr="0" anchor="ctr" bIns="0" lIns="91425" spcFirstLastPara="1" rIns="91425" wrap="square" tIns="0">
            <a:spAutoFit/>
          </a:bodyPr>
          <a:lstStyle/>
          <a:p>
            <a:pPr indent="0" lvl="0" marL="0" marR="0" rtl="0" algn="ctr">
              <a:lnSpc>
                <a:spcPct val="150000"/>
              </a:lnSpc>
              <a:spcBef>
                <a:spcPts val="0"/>
              </a:spcBef>
              <a:spcAft>
                <a:spcPts val="0"/>
              </a:spcAft>
              <a:buNone/>
            </a:pPr>
            <a:r>
              <a:rPr lang="ja" sz="1100">
                <a:solidFill>
                  <a:schemeClr val="dk1"/>
                </a:solidFill>
                <a:latin typeface="Noto Sans JP"/>
                <a:ea typeface="Noto Sans JP"/>
                <a:cs typeface="Noto Sans JP"/>
                <a:sym typeface="Noto Sans JP"/>
              </a:rPr>
              <a:t>Please allocate so that the total is 14pt</a:t>
            </a:r>
            <a:endParaRPr sz="1100">
              <a:solidFill>
                <a:schemeClr val="dk1"/>
              </a:solidFill>
              <a:latin typeface="Noto Sans JP"/>
              <a:ea typeface="Noto Sans JP"/>
              <a:cs typeface="Noto Sans JP"/>
              <a:sym typeface="Noto Sans JP"/>
            </a:endParaRPr>
          </a:p>
        </p:txBody>
      </p:sp>
      <p:sp>
        <p:nvSpPr>
          <p:cNvPr id="705" name="Google Shape;705;p44"/>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Trade-off slider</a:t>
            </a:r>
            <a:endParaRPr/>
          </a:p>
        </p:txBody>
      </p:sp>
      <p:sp>
        <p:nvSpPr>
          <p:cNvPr id="706" name="Google Shape;706;p44"/>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Choices｜ </a:t>
            </a:r>
            <a:r>
              <a:rPr lang="ja">
                <a:solidFill>
                  <a:schemeClr val="accent1"/>
                </a:solidFill>
              </a:rPr>
              <a:t>Trade-off slider</a:t>
            </a:r>
            <a:endParaRPr/>
          </a:p>
        </p:txBody>
      </p:sp>
      <p:grpSp>
        <p:nvGrpSpPr>
          <p:cNvPr id="707" name="Google Shape;707;p44"/>
          <p:cNvGrpSpPr/>
          <p:nvPr/>
        </p:nvGrpSpPr>
        <p:grpSpPr>
          <a:xfrm>
            <a:off x="7028850" y="3823239"/>
            <a:ext cx="124200" cy="344080"/>
            <a:chOff x="6180625" y="2571625"/>
            <a:chExt cx="124200" cy="1386300"/>
          </a:xfrm>
        </p:grpSpPr>
        <p:cxnSp>
          <p:nvCxnSpPr>
            <p:cNvPr id="708" name="Google Shape;708;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09" name="Google Shape;709;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grpSp>
        <p:nvGrpSpPr>
          <p:cNvPr id="710" name="Google Shape;710;p44"/>
          <p:cNvGrpSpPr/>
          <p:nvPr/>
        </p:nvGrpSpPr>
        <p:grpSpPr>
          <a:xfrm>
            <a:off x="5361575" y="3822649"/>
            <a:ext cx="124200" cy="344080"/>
            <a:chOff x="6180625" y="2571625"/>
            <a:chExt cx="124200" cy="1386300"/>
          </a:xfrm>
        </p:grpSpPr>
        <p:cxnSp>
          <p:nvCxnSpPr>
            <p:cNvPr id="711" name="Google Shape;711;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12" name="Google Shape;712;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grpSp>
        <p:nvGrpSpPr>
          <p:cNvPr id="713" name="Google Shape;713;p44"/>
          <p:cNvGrpSpPr/>
          <p:nvPr/>
        </p:nvGrpSpPr>
        <p:grpSpPr>
          <a:xfrm>
            <a:off x="3694250" y="3822777"/>
            <a:ext cx="124200" cy="344080"/>
            <a:chOff x="6180625" y="2571625"/>
            <a:chExt cx="124200" cy="1386300"/>
          </a:xfrm>
        </p:grpSpPr>
        <p:cxnSp>
          <p:nvCxnSpPr>
            <p:cNvPr id="714" name="Google Shape;714;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15" name="Google Shape;715;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sp>
        <p:nvSpPr>
          <p:cNvPr id="716" name="Google Shape;716;p44"/>
          <p:cNvSpPr txBox="1"/>
          <p:nvPr/>
        </p:nvSpPr>
        <p:spPr>
          <a:xfrm>
            <a:off x="3304413"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Cost</a:t>
            </a:r>
            <a:endParaRPr b="1" sz="900">
              <a:solidFill>
                <a:schemeClr val="accent1"/>
              </a:solidFill>
              <a:latin typeface="Noto Sans JP"/>
              <a:ea typeface="Noto Sans JP"/>
              <a:cs typeface="Noto Sans JP"/>
              <a:sym typeface="Noto Sans JP"/>
            </a:endParaRPr>
          </a:p>
        </p:txBody>
      </p:sp>
      <p:sp>
        <p:nvSpPr>
          <p:cNvPr id="717" name="Google Shape;717;p44"/>
          <p:cNvSpPr txBox="1"/>
          <p:nvPr/>
        </p:nvSpPr>
        <p:spPr>
          <a:xfrm>
            <a:off x="2949213" y="1930410"/>
            <a:ext cx="1614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Stay within budget</a:t>
            </a:r>
            <a:endParaRPr b="1" sz="1100">
              <a:solidFill>
                <a:schemeClr val="lt1"/>
              </a:solidFill>
              <a:latin typeface="Noto Sans JP"/>
              <a:ea typeface="Noto Sans JP"/>
              <a:cs typeface="Noto Sans JP"/>
              <a:sym typeface="Noto Sans JP"/>
            </a:endParaRPr>
          </a:p>
        </p:txBody>
      </p:sp>
      <p:sp>
        <p:nvSpPr>
          <p:cNvPr id="718" name="Google Shape;718;p44"/>
          <p:cNvSpPr txBox="1"/>
          <p:nvPr/>
        </p:nvSpPr>
        <p:spPr>
          <a:xfrm>
            <a:off x="1637113"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Delivery</a:t>
            </a:r>
            <a:endParaRPr b="1" sz="900">
              <a:solidFill>
                <a:schemeClr val="accent1"/>
              </a:solidFill>
              <a:latin typeface="Noto Sans JP"/>
              <a:ea typeface="Noto Sans JP"/>
              <a:cs typeface="Noto Sans JP"/>
              <a:sym typeface="Noto Sans JP"/>
            </a:endParaRPr>
          </a:p>
        </p:txBody>
      </p:sp>
      <p:sp>
        <p:nvSpPr>
          <p:cNvPr id="719" name="Google Shape;719;p44"/>
          <p:cNvSpPr txBox="1"/>
          <p:nvPr/>
        </p:nvSpPr>
        <p:spPr>
          <a:xfrm>
            <a:off x="1281913" y="1930410"/>
            <a:ext cx="1614300"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Strict adherence to delivery dates/releases</a:t>
            </a:r>
            <a:endParaRPr b="1" sz="1100">
              <a:solidFill>
                <a:schemeClr val="lt1"/>
              </a:solidFill>
              <a:latin typeface="Noto Sans JP"/>
              <a:ea typeface="Noto Sans JP"/>
              <a:cs typeface="Noto Sans JP"/>
              <a:sym typeface="Noto Sans JP"/>
            </a:endParaRPr>
          </a:p>
        </p:txBody>
      </p:sp>
      <p:sp>
        <p:nvSpPr>
          <p:cNvPr id="720" name="Google Shape;720;p44"/>
          <p:cNvSpPr txBox="1"/>
          <p:nvPr/>
        </p:nvSpPr>
        <p:spPr>
          <a:xfrm>
            <a:off x="4987888"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Quality</a:t>
            </a:r>
            <a:endParaRPr b="1" sz="900">
              <a:solidFill>
                <a:schemeClr val="accent1"/>
              </a:solidFill>
              <a:latin typeface="Noto Sans JP"/>
              <a:ea typeface="Noto Sans JP"/>
              <a:cs typeface="Noto Sans JP"/>
              <a:sym typeface="Noto Sans JP"/>
            </a:endParaRPr>
          </a:p>
        </p:txBody>
      </p:sp>
      <p:sp>
        <p:nvSpPr>
          <p:cNvPr id="721" name="Google Shape;721;p44"/>
          <p:cNvSpPr txBox="1"/>
          <p:nvPr/>
        </p:nvSpPr>
        <p:spPr>
          <a:xfrm>
            <a:off x="4632688" y="1930410"/>
            <a:ext cx="1614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Few defects</a:t>
            </a:r>
            <a:endParaRPr b="1" sz="1100">
              <a:solidFill>
                <a:schemeClr val="lt1"/>
              </a:solidFill>
              <a:latin typeface="Noto Sans JP"/>
              <a:ea typeface="Noto Sans JP"/>
              <a:cs typeface="Noto Sans JP"/>
              <a:sym typeface="Noto Sans JP"/>
            </a:endParaRPr>
          </a:p>
        </p:txBody>
      </p:sp>
      <p:sp>
        <p:nvSpPr>
          <p:cNvPr id="722" name="Google Shape;722;p44"/>
          <p:cNvSpPr txBox="1"/>
          <p:nvPr/>
        </p:nvSpPr>
        <p:spPr>
          <a:xfrm>
            <a:off x="6638988"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Scope</a:t>
            </a:r>
            <a:endParaRPr b="1" sz="900">
              <a:solidFill>
                <a:schemeClr val="accent1"/>
              </a:solidFill>
              <a:latin typeface="Noto Sans JP"/>
              <a:ea typeface="Noto Sans JP"/>
              <a:cs typeface="Noto Sans JP"/>
              <a:sym typeface="Noto Sans JP"/>
            </a:endParaRPr>
          </a:p>
        </p:txBody>
      </p:sp>
      <p:sp>
        <p:nvSpPr>
          <p:cNvPr id="723" name="Google Shape;723;p44"/>
          <p:cNvSpPr txBox="1"/>
          <p:nvPr/>
        </p:nvSpPr>
        <p:spPr>
          <a:xfrm>
            <a:off x="6283788" y="1930410"/>
            <a:ext cx="1614300"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Fulfilling business and functions</a:t>
            </a:r>
            <a:endParaRPr b="1" sz="1100">
              <a:solidFill>
                <a:schemeClr val="lt1"/>
              </a:solidFill>
              <a:latin typeface="Noto Sans JP"/>
              <a:ea typeface="Noto Sans JP"/>
              <a:cs typeface="Noto Sans JP"/>
              <a:sym typeface="Noto Sans JP"/>
            </a:endParaRPr>
          </a:p>
        </p:txBody>
      </p:sp>
      <p:cxnSp>
        <p:nvCxnSpPr>
          <p:cNvPr id="724" name="Google Shape;724;p44"/>
          <p:cNvCxnSpPr/>
          <p:nvPr/>
        </p:nvCxnSpPr>
        <p:spPr>
          <a:xfrm>
            <a:off x="2089100" y="3482125"/>
            <a:ext cx="0" cy="344100"/>
          </a:xfrm>
          <a:prstGeom prst="straightConnector1">
            <a:avLst/>
          </a:prstGeom>
          <a:noFill/>
          <a:ln cap="flat" cmpd="sng" w="9525">
            <a:solidFill>
              <a:srgbClr val="666666"/>
            </a:solidFill>
            <a:prstDash val="solid"/>
            <a:round/>
            <a:headEnd len="med" w="med" type="none"/>
            <a:tailEnd len="med" w="med" type="none"/>
          </a:ln>
        </p:spPr>
      </p:cxnSp>
      <p:cxnSp>
        <p:nvCxnSpPr>
          <p:cNvPr id="725" name="Google Shape;725;p44"/>
          <p:cNvCxnSpPr/>
          <p:nvPr/>
        </p:nvCxnSpPr>
        <p:spPr>
          <a:xfrm>
            <a:off x="2089100" y="3823100"/>
            <a:ext cx="0" cy="344100"/>
          </a:xfrm>
          <a:prstGeom prst="straightConnector1">
            <a:avLst/>
          </a:prstGeom>
          <a:noFill/>
          <a:ln cap="flat" cmpd="sng" w="9525">
            <a:solidFill>
              <a:srgbClr val="666666"/>
            </a:solidFill>
            <a:prstDash val="solid"/>
            <a:round/>
            <a:headEnd len="med" w="med" type="none"/>
            <a:tailEnd len="med" w="med" type="none"/>
          </a:ln>
        </p:spPr>
      </p:cxnSp>
      <p:grpSp>
        <p:nvGrpSpPr>
          <p:cNvPr id="726" name="Google Shape;726;p44"/>
          <p:cNvGrpSpPr/>
          <p:nvPr/>
        </p:nvGrpSpPr>
        <p:grpSpPr>
          <a:xfrm>
            <a:off x="1937863" y="2444525"/>
            <a:ext cx="302425" cy="1722600"/>
            <a:chOff x="1088025" y="2235125"/>
            <a:chExt cx="302425" cy="1722600"/>
          </a:xfrm>
        </p:grpSpPr>
        <p:cxnSp>
          <p:nvCxnSpPr>
            <p:cNvPr id="727" name="Google Shape;727;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28" name="Google Shape;728;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29" name="Google Shape;729;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30" name="Google Shape;730;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31" name="Google Shape;731;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32" name="Google Shape;732;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cxnSp>
        <p:nvCxnSpPr>
          <p:cNvPr id="733" name="Google Shape;733;p44"/>
          <p:cNvCxnSpPr/>
          <p:nvPr/>
        </p:nvCxnSpPr>
        <p:spPr>
          <a:xfrm>
            <a:off x="2089100" y="3133725"/>
            <a:ext cx="0" cy="1033500"/>
          </a:xfrm>
          <a:prstGeom prst="straightConnector1">
            <a:avLst/>
          </a:prstGeom>
          <a:noFill/>
          <a:ln cap="flat" cmpd="sng" w="9525">
            <a:solidFill>
              <a:srgbClr val="666666"/>
            </a:solidFill>
            <a:prstDash val="solid"/>
            <a:round/>
            <a:headEnd len="med" w="med" type="none"/>
            <a:tailEnd len="med" w="med" type="none"/>
          </a:ln>
        </p:spPr>
      </p:cxnSp>
      <p:cxnSp>
        <p:nvCxnSpPr>
          <p:cNvPr id="734" name="Google Shape;734;p44"/>
          <p:cNvCxnSpPr/>
          <p:nvPr/>
        </p:nvCxnSpPr>
        <p:spPr>
          <a:xfrm>
            <a:off x="2089100" y="2790000"/>
            <a:ext cx="0" cy="1378200"/>
          </a:xfrm>
          <a:prstGeom prst="straightConnector1">
            <a:avLst/>
          </a:prstGeom>
          <a:noFill/>
          <a:ln cap="flat" cmpd="sng" w="9525">
            <a:solidFill>
              <a:srgbClr val="666666"/>
            </a:solidFill>
            <a:prstDash val="solid"/>
            <a:round/>
            <a:headEnd len="med" w="med" type="none"/>
            <a:tailEnd len="med" w="med" type="none"/>
          </a:ln>
        </p:spPr>
      </p:cxnSp>
      <p:cxnSp>
        <p:nvCxnSpPr>
          <p:cNvPr id="735" name="Google Shape;735;p44"/>
          <p:cNvCxnSpPr/>
          <p:nvPr/>
        </p:nvCxnSpPr>
        <p:spPr>
          <a:xfrm>
            <a:off x="2089100" y="2444950"/>
            <a:ext cx="0" cy="1722000"/>
          </a:xfrm>
          <a:prstGeom prst="straightConnector1">
            <a:avLst/>
          </a:prstGeom>
          <a:noFill/>
          <a:ln cap="flat" cmpd="sng" w="9525">
            <a:solidFill>
              <a:srgbClr val="666666"/>
            </a:solidFill>
            <a:prstDash val="solid"/>
            <a:round/>
            <a:headEnd len="med" w="med" type="none"/>
            <a:tailEnd len="med" w="med" type="none"/>
          </a:ln>
        </p:spPr>
      </p:cxnSp>
      <p:grpSp>
        <p:nvGrpSpPr>
          <p:cNvPr id="736" name="Google Shape;736;p44"/>
          <p:cNvGrpSpPr/>
          <p:nvPr/>
        </p:nvGrpSpPr>
        <p:grpSpPr>
          <a:xfrm>
            <a:off x="2026950" y="3822657"/>
            <a:ext cx="124200" cy="344080"/>
            <a:chOff x="6180625" y="2571625"/>
            <a:chExt cx="124200" cy="1386300"/>
          </a:xfrm>
        </p:grpSpPr>
        <p:cxnSp>
          <p:nvCxnSpPr>
            <p:cNvPr id="737" name="Google Shape;737;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38" name="Google Shape;738;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42" name="Shape 742"/>
        <p:cNvGrpSpPr/>
        <p:nvPr/>
      </p:nvGrpSpPr>
      <p:grpSpPr>
        <a:xfrm>
          <a:off x="0" y="0"/>
          <a:ext cx="0" cy="0"/>
          <a:chOff x="0" y="0"/>
          <a:chExt cx="0" cy="0"/>
        </a:xfrm>
      </p:grpSpPr>
      <p:sp>
        <p:nvSpPr>
          <p:cNvPr id="743" name="Google Shape;743;p45"/>
          <p:cNvSpPr txBox="1"/>
          <p:nvPr>
            <p:ph idx="1" type="subTitle"/>
          </p:nvPr>
        </p:nvSpPr>
        <p:spPr>
          <a:xfrm>
            <a:off x="194921" y="98646"/>
            <a:ext cx="8280000" cy="579000"/>
          </a:xfrm>
          <a:prstGeom prst="rect">
            <a:avLst/>
          </a:prstGeom>
        </p:spPr>
        <p:txBody>
          <a:bodyPr anchorCtr="0" anchor="t" bIns="54000" lIns="0" spcFirstLastPara="1" rIns="0" wrap="square" tIns="54000">
            <a:spAutoFit/>
          </a:bodyPr>
          <a:lstStyle/>
          <a:p>
            <a:pPr indent="0" lvl="0" marL="0" rtl="0" algn="l">
              <a:spcBef>
                <a:spcPts val="0"/>
              </a:spcBef>
              <a:spcAft>
                <a:spcPts val="0"/>
              </a:spcAft>
              <a:buClr>
                <a:schemeClr val="dk1"/>
              </a:buClr>
              <a:buSzPts val="1100"/>
              <a:buFont typeface="Arial"/>
              <a:buNone/>
            </a:pPr>
            <a:r>
              <a:rPr lang="ja"/>
              <a:t>Project Choices ｜ </a:t>
            </a:r>
            <a:r>
              <a:rPr lang="ja">
                <a:solidFill>
                  <a:schemeClr val="accent1"/>
                </a:solidFill>
              </a:rPr>
              <a:t>Not To Do List</a:t>
            </a:r>
            <a:endParaRPr/>
          </a:p>
          <a:p>
            <a:pPr indent="0" lvl="0" marL="0" rtl="0" algn="l">
              <a:spcBef>
                <a:spcPts val="1600"/>
              </a:spcBef>
              <a:spcAft>
                <a:spcPts val="1600"/>
              </a:spcAft>
              <a:buNone/>
            </a:pPr>
            <a:r>
              <a:t/>
            </a:r>
            <a:endParaRPr/>
          </a:p>
        </p:txBody>
      </p:sp>
      <p:sp>
        <p:nvSpPr>
          <p:cNvPr id="744" name="Google Shape;744;p45"/>
          <p:cNvSpPr txBox="1"/>
          <p:nvPr/>
        </p:nvSpPr>
        <p:spPr>
          <a:xfrm>
            <a:off x="432000" y="697930"/>
            <a:ext cx="8280000" cy="366600"/>
          </a:xfrm>
          <a:prstGeom prst="rect">
            <a:avLst/>
          </a:prstGeom>
          <a:noFill/>
          <a:ln>
            <a:noFill/>
          </a:ln>
        </p:spPr>
        <p:txBody>
          <a:bodyPr anchorCtr="0" anchor="ctr" bIns="90000" lIns="91425" spcFirstLastPara="1" rIns="91425" wrap="square" tIns="90000">
            <a:spAutoFit/>
          </a:bodyPr>
          <a:lstStyle/>
          <a:p>
            <a:pPr indent="0" lvl="0" marL="0" marR="0" rtl="0" algn="ctr">
              <a:lnSpc>
                <a:spcPct val="150000"/>
              </a:lnSpc>
              <a:spcBef>
                <a:spcPts val="0"/>
              </a:spcBef>
              <a:spcAft>
                <a:spcPts val="0"/>
              </a:spcAft>
              <a:buNone/>
            </a:pPr>
            <a:r>
              <a:rPr lang="ja" sz="1200">
                <a:solidFill>
                  <a:schemeClr val="lt1"/>
                </a:solidFill>
                <a:latin typeface="Noto Sans JP"/>
                <a:ea typeface="Noto Sans JP"/>
                <a:cs typeface="Noto Sans JP"/>
                <a:sym typeface="Noto Sans JP"/>
              </a:rPr>
              <a:t>Projet sets </a:t>
            </a:r>
            <a:r>
              <a:rPr b="1" lang="ja" sz="1200">
                <a:solidFill>
                  <a:schemeClr val="lt1"/>
                </a:solidFill>
                <a:latin typeface="Noto Sans JP"/>
                <a:ea typeface="Noto Sans JP"/>
                <a:cs typeface="Noto Sans JP"/>
                <a:sym typeface="Noto Sans JP"/>
              </a:rPr>
              <a:t>what not to do</a:t>
            </a:r>
            <a:r>
              <a:rPr lang="ja" sz="1200">
                <a:solidFill>
                  <a:schemeClr val="lt1"/>
                </a:solidFill>
                <a:latin typeface="Noto Sans JP"/>
                <a:ea typeface="Noto Sans JP"/>
                <a:cs typeface="Noto Sans JP"/>
                <a:sym typeface="Noto Sans JP"/>
              </a:rPr>
              <a:t> in the three lowest point categories of </a:t>
            </a:r>
            <a:r>
              <a:rPr lang="ja" sz="1200">
                <a:solidFill>
                  <a:schemeClr val="lt1"/>
                </a:solidFill>
                <a:latin typeface="Noto Sans JP"/>
                <a:ea typeface="Noto Sans JP"/>
                <a:cs typeface="Noto Sans JP"/>
                <a:sym typeface="Noto Sans JP"/>
              </a:rPr>
              <a:t>Trade-off slider</a:t>
            </a:r>
            <a:endParaRPr sz="1200">
              <a:solidFill>
                <a:schemeClr val="lt1"/>
              </a:solidFill>
              <a:latin typeface="Noto Sans JP"/>
              <a:ea typeface="Noto Sans JP"/>
              <a:cs typeface="Noto Sans JP"/>
              <a:sym typeface="Noto Sans JP"/>
            </a:endParaRPr>
          </a:p>
        </p:txBody>
      </p:sp>
      <p:sp>
        <p:nvSpPr>
          <p:cNvPr id="745" name="Google Shape;745;p45"/>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solidFill>
                  <a:srgbClr val="3D3A39"/>
                </a:solidFill>
              </a:rPr>
              <a:t>Not ToDo List</a:t>
            </a:r>
            <a:endParaRPr/>
          </a:p>
        </p:txBody>
      </p:sp>
      <p:sp>
        <p:nvSpPr>
          <p:cNvPr id="746" name="Google Shape;746;p45"/>
          <p:cNvSpPr/>
          <p:nvPr/>
        </p:nvSpPr>
        <p:spPr>
          <a:xfrm>
            <a:off x="851250" y="135498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47" name="Google Shape;747;p45"/>
          <p:cNvSpPr txBox="1"/>
          <p:nvPr/>
        </p:nvSpPr>
        <p:spPr>
          <a:xfrm>
            <a:off x="1078692" y="157065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Cost</a:t>
            </a:r>
            <a:endParaRPr b="1" sz="1000">
              <a:solidFill>
                <a:schemeClr val="accent1"/>
              </a:solidFill>
              <a:latin typeface="Noto Sans JP"/>
              <a:ea typeface="Noto Sans JP"/>
              <a:cs typeface="Noto Sans JP"/>
              <a:sym typeface="Noto Sans JP"/>
            </a:endParaRPr>
          </a:p>
        </p:txBody>
      </p:sp>
      <p:sp>
        <p:nvSpPr>
          <p:cNvPr id="748" name="Google Shape;748;p45"/>
          <p:cNvSpPr txBox="1"/>
          <p:nvPr/>
        </p:nvSpPr>
        <p:spPr>
          <a:xfrm>
            <a:off x="2815800" y="1448587"/>
            <a:ext cx="5277000" cy="712800"/>
          </a:xfrm>
          <a:prstGeom prst="rect">
            <a:avLst/>
          </a:prstGeom>
          <a:noFill/>
          <a:ln>
            <a:noFill/>
          </a:ln>
        </p:spPr>
        <p:txBody>
          <a:bodyPr anchorCtr="0" anchor="ctr" bIns="91425" lIns="0" spcFirstLastPara="1" rIns="0" wrap="square" tIns="90000">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Not create anything other than Redmine and the below WBS</a:t>
            </a:r>
            <a:endParaRPr sz="1000">
              <a:solidFill>
                <a:schemeClr val="lt1"/>
              </a:solidFill>
              <a:latin typeface="Noto Sans JP"/>
              <a:ea typeface="Noto Sans JP"/>
              <a:cs typeface="Noto Sans JP"/>
              <a:sym typeface="Noto Sans JP"/>
            </a:endParaRPr>
          </a:p>
          <a:p>
            <a:pPr indent="-185900" lvl="1" marL="4860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49" name="Google Shape;749;p45"/>
          <p:cNvCxnSpPr/>
          <p:nvPr/>
        </p:nvCxnSpPr>
        <p:spPr>
          <a:xfrm rot="10800000">
            <a:off x="2580125" y="1461187"/>
            <a:ext cx="0" cy="687600"/>
          </a:xfrm>
          <a:prstGeom prst="straightConnector1">
            <a:avLst/>
          </a:prstGeom>
          <a:noFill/>
          <a:ln cap="flat" cmpd="sng" w="9525">
            <a:solidFill>
              <a:srgbClr val="D9D9D9"/>
            </a:solidFill>
            <a:prstDash val="solid"/>
            <a:round/>
            <a:headEnd len="med" w="med" type="none"/>
            <a:tailEnd len="med" w="med" type="none"/>
          </a:ln>
        </p:spPr>
      </p:cxnSp>
      <p:sp>
        <p:nvSpPr>
          <p:cNvPr id="750" name="Google Shape;750;p45"/>
          <p:cNvSpPr txBox="1"/>
          <p:nvPr/>
        </p:nvSpPr>
        <p:spPr>
          <a:xfrm>
            <a:off x="1078700" y="1800763"/>
            <a:ext cx="1350300" cy="40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What not to do in terms of resources and labor costs</a:t>
            </a:r>
            <a:endParaRPr sz="8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sz="800">
              <a:solidFill>
                <a:srgbClr val="666666"/>
              </a:solidFill>
              <a:latin typeface="Noto Sans JP"/>
              <a:ea typeface="Noto Sans JP"/>
              <a:cs typeface="Noto Sans JP"/>
              <a:sym typeface="Noto Sans JP"/>
            </a:endParaRPr>
          </a:p>
        </p:txBody>
      </p:sp>
      <p:sp>
        <p:nvSpPr>
          <p:cNvPr id="751" name="Google Shape;751;p45"/>
          <p:cNvSpPr/>
          <p:nvPr/>
        </p:nvSpPr>
        <p:spPr>
          <a:xfrm>
            <a:off x="851250" y="2374162"/>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52" name="Google Shape;752;p45"/>
          <p:cNvSpPr txBox="1"/>
          <p:nvPr/>
        </p:nvSpPr>
        <p:spPr>
          <a:xfrm>
            <a:off x="1078692" y="2589830"/>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Quality</a:t>
            </a:r>
            <a:endParaRPr b="1" sz="1000">
              <a:solidFill>
                <a:schemeClr val="accent1"/>
              </a:solidFill>
              <a:latin typeface="Noto Sans JP"/>
              <a:ea typeface="Noto Sans JP"/>
              <a:cs typeface="Noto Sans JP"/>
              <a:sym typeface="Noto Sans JP"/>
            </a:endParaRPr>
          </a:p>
        </p:txBody>
      </p:sp>
      <p:sp>
        <p:nvSpPr>
          <p:cNvPr id="753" name="Google Shape;753;p45"/>
          <p:cNvSpPr txBox="1"/>
          <p:nvPr/>
        </p:nvSpPr>
        <p:spPr>
          <a:xfrm>
            <a:off x="2815800" y="2467762"/>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Performance Test is not executed on MileStone 1 and 2</a:t>
            </a:r>
            <a:endParaRPr sz="1000">
              <a:solidFill>
                <a:schemeClr val="lt1"/>
              </a:solidFill>
              <a:latin typeface="Noto Sans JP"/>
              <a:ea typeface="Noto Sans JP"/>
              <a:cs typeface="Noto Sans JP"/>
              <a:sym typeface="Noto Sans JP"/>
            </a:endParaRPr>
          </a:p>
        </p:txBody>
      </p:sp>
      <p:cxnSp>
        <p:nvCxnSpPr>
          <p:cNvPr id="754" name="Google Shape;754;p45"/>
          <p:cNvCxnSpPr/>
          <p:nvPr/>
        </p:nvCxnSpPr>
        <p:spPr>
          <a:xfrm rot="10800000">
            <a:off x="2580125" y="2480362"/>
            <a:ext cx="0" cy="687600"/>
          </a:xfrm>
          <a:prstGeom prst="straightConnector1">
            <a:avLst/>
          </a:prstGeom>
          <a:noFill/>
          <a:ln cap="flat" cmpd="sng" w="9525">
            <a:solidFill>
              <a:srgbClr val="D9D9D9"/>
            </a:solidFill>
            <a:prstDash val="solid"/>
            <a:round/>
            <a:headEnd len="med" w="med" type="none"/>
            <a:tailEnd len="med" w="med" type="none"/>
          </a:ln>
        </p:spPr>
      </p:cxnSp>
      <p:sp>
        <p:nvSpPr>
          <p:cNvPr id="755" name="Google Shape;755;p45"/>
          <p:cNvSpPr txBox="1"/>
          <p:nvPr/>
        </p:nvSpPr>
        <p:spPr>
          <a:xfrm>
            <a:off x="1078700" y="2819938"/>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What not to do to meet quality standards</a:t>
            </a:r>
            <a:endParaRPr sz="800">
              <a:solidFill>
                <a:srgbClr val="666666"/>
              </a:solidFill>
              <a:latin typeface="Noto Sans JP"/>
              <a:ea typeface="Noto Sans JP"/>
              <a:cs typeface="Noto Sans JP"/>
              <a:sym typeface="Noto Sans JP"/>
            </a:endParaRPr>
          </a:p>
        </p:txBody>
      </p:sp>
      <p:sp>
        <p:nvSpPr>
          <p:cNvPr id="756" name="Google Shape;756;p45"/>
          <p:cNvSpPr/>
          <p:nvPr/>
        </p:nvSpPr>
        <p:spPr>
          <a:xfrm>
            <a:off x="851250" y="339333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57" name="Google Shape;757;p45"/>
          <p:cNvSpPr txBox="1"/>
          <p:nvPr/>
        </p:nvSpPr>
        <p:spPr>
          <a:xfrm>
            <a:off x="1078692" y="360900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Scope</a:t>
            </a:r>
            <a:endParaRPr b="1" sz="1000">
              <a:solidFill>
                <a:schemeClr val="accent1"/>
              </a:solidFill>
              <a:latin typeface="Noto Sans JP"/>
              <a:ea typeface="Noto Sans JP"/>
              <a:cs typeface="Noto Sans JP"/>
              <a:sym typeface="Noto Sans JP"/>
            </a:endParaRPr>
          </a:p>
        </p:txBody>
      </p:sp>
      <p:sp>
        <p:nvSpPr>
          <p:cNvPr id="758" name="Google Shape;758;p45"/>
          <p:cNvSpPr txBox="1"/>
          <p:nvPr/>
        </p:nvSpPr>
        <p:spPr>
          <a:xfrm>
            <a:off x="2815800" y="3486937"/>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Features D, E, and F will not be discussed or considered in Phase 1.</a:t>
            </a:r>
            <a:endParaRPr sz="1000">
              <a:solidFill>
                <a:schemeClr val="lt1"/>
              </a:solidFill>
              <a:latin typeface="Noto Sans JP"/>
              <a:ea typeface="Noto Sans JP"/>
              <a:cs typeface="Noto Sans JP"/>
              <a:sym typeface="Noto Sans JP"/>
            </a:endParaRPr>
          </a:p>
        </p:txBody>
      </p:sp>
      <p:cxnSp>
        <p:nvCxnSpPr>
          <p:cNvPr id="759" name="Google Shape;759;p45"/>
          <p:cNvCxnSpPr/>
          <p:nvPr/>
        </p:nvCxnSpPr>
        <p:spPr>
          <a:xfrm rot="10800000">
            <a:off x="2580125" y="3499537"/>
            <a:ext cx="0" cy="687600"/>
          </a:xfrm>
          <a:prstGeom prst="straightConnector1">
            <a:avLst/>
          </a:prstGeom>
          <a:noFill/>
          <a:ln cap="flat" cmpd="sng" w="9525">
            <a:solidFill>
              <a:srgbClr val="D9D9D9"/>
            </a:solidFill>
            <a:prstDash val="solid"/>
            <a:round/>
            <a:headEnd len="med" w="med" type="none"/>
            <a:tailEnd len="med" w="med" type="none"/>
          </a:ln>
        </p:spPr>
      </p:cxnSp>
      <p:sp>
        <p:nvSpPr>
          <p:cNvPr id="760" name="Google Shape;760;p45"/>
          <p:cNvSpPr txBox="1"/>
          <p:nvPr/>
        </p:nvSpPr>
        <p:spPr>
          <a:xfrm>
            <a:off x="1078700" y="3839113"/>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Excluded businesses and functions</a:t>
            </a:r>
            <a:endParaRPr sz="800">
              <a:solidFill>
                <a:srgbClr val="666666"/>
              </a:solidFill>
              <a:latin typeface="Noto Sans JP"/>
              <a:ea typeface="Noto Sans JP"/>
              <a:cs typeface="Noto Sans JP"/>
              <a:sym typeface="Noto Sans JP"/>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4" name="Shape 764"/>
        <p:cNvGrpSpPr/>
        <p:nvPr/>
      </p:nvGrpSpPr>
      <p:grpSpPr>
        <a:xfrm>
          <a:off x="0" y="0"/>
          <a:ext cx="0" cy="0"/>
          <a:chOff x="0" y="0"/>
          <a:chExt cx="0" cy="0"/>
        </a:xfrm>
      </p:grpSpPr>
      <p:sp>
        <p:nvSpPr>
          <p:cNvPr id="765" name="Google Shape;765;p46"/>
          <p:cNvSpPr/>
          <p:nvPr/>
        </p:nvSpPr>
        <p:spPr>
          <a:xfrm>
            <a:off x="331275" y="212850"/>
            <a:ext cx="8517600" cy="4717800"/>
          </a:xfrm>
          <a:prstGeom prst="roundRect">
            <a:avLst>
              <a:gd fmla="val 216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46"/>
          <p:cNvSpPr/>
          <p:nvPr/>
        </p:nvSpPr>
        <p:spPr>
          <a:xfrm>
            <a:off x="182400" y="433075"/>
            <a:ext cx="1044000" cy="270000"/>
          </a:xfrm>
          <a:prstGeom prst="roundRect">
            <a:avLst>
              <a:gd fmla="val 1041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solidFill>
                  <a:schemeClr val="dk1"/>
                </a:solidFill>
                <a:latin typeface="Calibri"/>
                <a:ea typeface="Calibri"/>
                <a:cs typeface="Calibri"/>
                <a:sym typeface="Calibri"/>
              </a:rPr>
              <a:t>Template</a:t>
            </a:r>
            <a:endParaRPr b="1" sz="1200">
              <a:solidFill>
                <a:schemeClr val="dk1"/>
              </a:solidFill>
              <a:latin typeface="Calibri"/>
              <a:ea typeface="Calibri"/>
              <a:cs typeface="Calibri"/>
              <a:sym typeface="Calibri"/>
            </a:endParaRPr>
          </a:p>
        </p:txBody>
      </p:sp>
      <p:sp>
        <p:nvSpPr>
          <p:cNvPr id="767" name="Google Shape;767;p46"/>
          <p:cNvSpPr/>
          <p:nvPr/>
        </p:nvSpPr>
        <p:spPr>
          <a:xfrm>
            <a:off x="851250" y="842512"/>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68" name="Google Shape;768;p46"/>
          <p:cNvSpPr txBox="1"/>
          <p:nvPr/>
        </p:nvSpPr>
        <p:spPr>
          <a:xfrm>
            <a:off x="1078692" y="1058180"/>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Delivery</a:t>
            </a:r>
            <a:endParaRPr b="1" sz="1000">
              <a:solidFill>
                <a:schemeClr val="accent1"/>
              </a:solidFill>
              <a:latin typeface="Noto Sans JP"/>
              <a:ea typeface="Noto Sans JP"/>
              <a:cs typeface="Noto Sans JP"/>
              <a:sym typeface="Noto Sans JP"/>
            </a:endParaRPr>
          </a:p>
        </p:txBody>
      </p:sp>
      <p:sp>
        <p:nvSpPr>
          <p:cNvPr id="769" name="Google Shape;769;p46"/>
          <p:cNvSpPr txBox="1"/>
          <p:nvPr/>
        </p:nvSpPr>
        <p:spPr>
          <a:xfrm>
            <a:off x="2815800" y="936112"/>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70" name="Google Shape;770;p46"/>
          <p:cNvCxnSpPr/>
          <p:nvPr/>
        </p:nvCxnSpPr>
        <p:spPr>
          <a:xfrm rot="10800000">
            <a:off x="2580125" y="948712"/>
            <a:ext cx="0" cy="687600"/>
          </a:xfrm>
          <a:prstGeom prst="straightConnector1">
            <a:avLst/>
          </a:prstGeom>
          <a:noFill/>
          <a:ln cap="flat" cmpd="sng" w="9525">
            <a:solidFill>
              <a:srgbClr val="D9D9D9"/>
            </a:solidFill>
            <a:prstDash val="solid"/>
            <a:round/>
            <a:headEnd len="med" w="med" type="none"/>
            <a:tailEnd len="med" w="med" type="none"/>
          </a:ln>
        </p:spPr>
      </p:cxnSp>
      <p:sp>
        <p:nvSpPr>
          <p:cNvPr id="771" name="Google Shape;771;p46"/>
          <p:cNvSpPr txBox="1"/>
          <p:nvPr/>
        </p:nvSpPr>
        <p:spPr>
          <a:xfrm>
            <a:off x="1078700" y="1288288"/>
            <a:ext cx="1350300" cy="40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What won't be done or requested concerns deadlines and releases</a:t>
            </a:r>
            <a:endParaRPr sz="800">
              <a:solidFill>
                <a:srgbClr val="666666"/>
              </a:solidFill>
              <a:latin typeface="Noto Sans JP"/>
              <a:ea typeface="Noto Sans JP"/>
              <a:cs typeface="Noto Sans JP"/>
              <a:sym typeface="Noto Sans JP"/>
            </a:endParaRPr>
          </a:p>
        </p:txBody>
      </p:sp>
      <p:sp>
        <p:nvSpPr>
          <p:cNvPr id="772" name="Google Shape;772;p46"/>
          <p:cNvSpPr/>
          <p:nvPr/>
        </p:nvSpPr>
        <p:spPr>
          <a:xfrm>
            <a:off x="851250" y="186168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73" name="Google Shape;773;p46"/>
          <p:cNvSpPr txBox="1"/>
          <p:nvPr/>
        </p:nvSpPr>
        <p:spPr>
          <a:xfrm>
            <a:off x="1078692" y="207735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Cost</a:t>
            </a:r>
            <a:endParaRPr b="1" sz="1000">
              <a:solidFill>
                <a:schemeClr val="accent1"/>
              </a:solidFill>
              <a:latin typeface="Noto Sans JP"/>
              <a:ea typeface="Noto Sans JP"/>
              <a:cs typeface="Noto Sans JP"/>
              <a:sym typeface="Noto Sans JP"/>
            </a:endParaRPr>
          </a:p>
        </p:txBody>
      </p:sp>
      <p:sp>
        <p:nvSpPr>
          <p:cNvPr id="774" name="Google Shape;774;p46"/>
          <p:cNvSpPr txBox="1"/>
          <p:nvPr/>
        </p:nvSpPr>
        <p:spPr>
          <a:xfrm>
            <a:off x="2815800" y="1955287"/>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75" name="Google Shape;775;p46"/>
          <p:cNvCxnSpPr/>
          <p:nvPr/>
        </p:nvCxnSpPr>
        <p:spPr>
          <a:xfrm rot="10800000">
            <a:off x="2580125" y="1967887"/>
            <a:ext cx="0" cy="687600"/>
          </a:xfrm>
          <a:prstGeom prst="straightConnector1">
            <a:avLst/>
          </a:prstGeom>
          <a:noFill/>
          <a:ln cap="flat" cmpd="sng" w="9525">
            <a:solidFill>
              <a:srgbClr val="D9D9D9"/>
            </a:solidFill>
            <a:prstDash val="solid"/>
            <a:round/>
            <a:headEnd len="med" w="med" type="none"/>
            <a:tailEnd len="med" w="med" type="none"/>
          </a:ln>
        </p:spPr>
      </p:cxnSp>
      <p:sp>
        <p:nvSpPr>
          <p:cNvPr id="776" name="Google Shape;776;p46"/>
          <p:cNvSpPr txBox="1"/>
          <p:nvPr/>
        </p:nvSpPr>
        <p:spPr>
          <a:xfrm>
            <a:off x="1078700" y="2307463"/>
            <a:ext cx="1350300" cy="40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What won’t be done concerns resources and labor costs</a:t>
            </a:r>
            <a:endParaRPr sz="800">
              <a:solidFill>
                <a:srgbClr val="666666"/>
              </a:solidFill>
              <a:latin typeface="Noto Sans JP"/>
              <a:ea typeface="Noto Sans JP"/>
              <a:cs typeface="Noto Sans JP"/>
              <a:sym typeface="Noto Sans JP"/>
            </a:endParaRPr>
          </a:p>
        </p:txBody>
      </p:sp>
      <p:sp>
        <p:nvSpPr>
          <p:cNvPr id="777" name="Google Shape;777;p46"/>
          <p:cNvSpPr/>
          <p:nvPr/>
        </p:nvSpPr>
        <p:spPr>
          <a:xfrm>
            <a:off x="851250" y="2880862"/>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78" name="Google Shape;778;p46"/>
          <p:cNvSpPr txBox="1"/>
          <p:nvPr/>
        </p:nvSpPr>
        <p:spPr>
          <a:xfrm>
            <a:off x="1078692" y="3096530"/>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Quality</a:t>
            </a:r>
            <a:endParaRPr b="1" sz="1000">
              <a:solidFill>
                <a:schemeClr val="accent1"/>
              </a:solidFill>
              <a:latin typeface="Noto Sans JP"/>
              <a:ea typeface="Noto Sans JP"/>
              <a:cs typeface="Noto Sans JP"/>
              <a:sym typeface="Noto Sans JP"/>
            </a:endParaRPr>
          </a:p>
        </p:txBody>
      </p:sp>
      <p:sp>
        <p:nvSpPr>
          <p:cNvPr id="779" name="Google Shape;779;p46"/>
          <p:cNvSpPr txBox="1"/>
          <p:nvPr/>
        </p:nvSpPr>
        <p:spPr>
          <a:xfrm>
            <a:off x="2815800" y="2974462"/>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a:p>
            <a:pPr indent="-185900" lvl="1" marL="482401"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80" name="Google Shape;780;p46"/>
          <p:cNvCxnSpPr/>
          <p:nvPr/>
        </p:nvCxnSpPr>
        <p:spPr>
          <a:xfrm rot="10800000">
            <a:off x="2580125" y="2987062"/>
            <a:ext cx="0" cy="687600"/>
          </a:xfrm>
          <a:prstGeom prst="straightConnector1">
            <a:avLst/>
          </a:prstGeom>
          <a:noFill/>
          <a:ln cap="flat" cmpd="sng" w="9525">
            <a:solidFill>
              <a:srgbClr val="D9D9D9"/>
            </a:solidFill>
            <a:prstDash val="solid"/>
            <a:round/>
            <a:headEnd len="med" w="med" type="none"/>
            <a:tailEnd len="med" w="med" type="none"/>
          </a:ln>
        </p:spPr>
      </p:cxnSp>
      <p:sp>
        <p:nvSpPr>
          <p:cNvPr id="781" name="Google Shape;781;p46"/>
          <p:cNvSpPr txBox="1"/>
          <p:nvPr/>
        </p:nvSpPr>
        <p:spPr>
          <a:xfrm>
            <a:off x="1078700" y="3326638"/>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What not to do to meet quality standards</a:t>
            </a:r>
            <a:endParaRPr sz="800">
              <a:solidFill>
                <a:srgbClr val="666666"/>
              </a:solidFill>
              <a:latin typeface="Noto Sans JP"/>
              <a:ea typeface="Noto Sans JP"/>
              <a:cs typeface="Noto Sans JP"/>
              <a:sym typeface="Noto Sans JP"/>
            </a:endParaRPr>
          </a:p>
        </p:txBody>
      </p:sp>
      <p:sp>
        <p:nvSpPr>
          <p:cNvPr id="782" name="Google Shape;782;p46"/>
          <p:cNvSpPr/>
          <p:nvPr/>
        </p:nvSpPr>
        <p:spPr>
          <a:xfrm>
            <a:off x="851250" y="390003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83" name="Google Shape;783;p46"/>
          <p:cNvSpPr txBox="1"/>
          <p:nvPr/>
        </p:nvSpPr>
        <p:spPr>
          <a:xfrm>
            <a:off x="1078692" y="411570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Scope</a:t>
            </a:r>
            <a:endParaRPr b="1" sz="1000">
              <a:solidFill>
                <a:schemeClr val="accent1"/>
              </a:solidFill>
              <a:latin typeface="Noto Sans JP"/>
              <a:ea typeface="Noto Sans JP"/>
              <a:cs typeface="Noto Sans JP"/>
              <a:sym typeface="Noto Sans JP"/>
            </a:endParaRPr>
          </a:p>
        </p:txBody>
      </p:sp>
      <p:sp>
        <p:nvSpPr>
          <p:cNvPr id="784" name="Google Shape;784;p46"/>
          <p:cNvSpPr txBox="1"/>
          <p:nvPr/>
        </p:nvSpPr>
        <p:spPr>
          <a:xfrm>
            <a:off x="2815800" y="3993637"/>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85" name="Google Shape;785;p46"/>
          <p:cNvCxnSpPr/>
          <p:nvPr/>
        </p:nvCxnSpPr>
        <p:spPr>
          <a:xfrm rot="10800000">
            <a:off x="2580125" y="4006237"/>
            <a:ext cx="0" cy="687600"/>
          </a:xfrm>
          <a:prstGeom prst="straightConnector1">
            <a:avLst/>
          </a:prstGeom>
          <a:noFill/>
          <a:ln cap="flat" cmpd="sng" w="9525">
            <a:solidFill>
              <a:srgbClr val="D9D9D9"/>
            </a:solidFill>
            <a:prstDash val="solid"/>
            <a:round/>
            <a:headEnd len="med" w="med" type="none"/>
            <a:tailEnd len="med" w="med" type="none"/>
          </a:ln>
        </p:spPr>
      </p:cxnSp>
      <p:sp>
        <p:nvSpPr>
          <p:cNvPr id="786" name="Google Shape;786;p46"/>
          <p:cNvSpPr txBox="1"/>
          <p:nvPr/>
        </p:nvSpPr>
        <p:spPr>
          <a:xfrm>
            <a:off x="1078700" y="4345813"/>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Excluded businesses and functions</a:t>
            </a:r>
            <a:endParaRPr sz="800">
              <a:solidFill>
                <a:srgbClr val="666666"/>
              </a:solidFill>
              <a:latin typeface="Noto Sans JP"/>
              <a:ea typeface="Noto Sans JP"/>
              <a:cs typeface="Noto Sans JP"/>
              <a:sym typeface="Noto Sans JP"/>
            </a:endParaRPr>
          </a:p>
        </p:txBody>
      </p:sp>
      <p:sp>
        <p:nvSpPr>
          <p:cNvPr id="787" name="Google Shape;787;p46"/>
          <p:cNvSpPr txBox="1"/>
          <p:nvPr/>
        </p:nvSpPr>
        <p:spPr>
          <a:xfrm>
            <a:off x="1972875" y="491125"/>
            <a:ext cx="5234400" cy="153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b="1" lang="ja" sz="1000">
                <a:solidFill>
                  <a:schemeClr val="lt1"/>
                </a:solidFill>
                <a:latin typeface="Noto Sans JP"/>
                <a:ea typeface="Noto Sans JP"/>
                <a:cs typeface="Noto Sans JP"/>
                <a:sym typeface="Noto Sans JP"/>
              </a:rPr>
              <a:t>A pattern library to copy into the three categories selected for Not Todo List</a:t>
            </a:r>
            <a:endParaRPr b="1" sz="1000">
              <a:solidFill>
                <a:schemeClr val="lt1"/>
              </a:solidFill>
              <a:latin typeface="Noto Sans JP"/>
              <a:ea typeface="Noto Sans JP"/>
              <a:cs typeface="Noto Sans JP"/>
              <a:sym typeface="Noto Sans JP"/>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47"/>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Technical Information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48"/>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 ｜ </a:t>
            </a:r>
            <a:r>
              <a:rPr lang="ja">
                <a:solidFill>
                  <a:schemeClr val="accent1"/>
                </a:solidFill>
              </a:rPr>
              <a:t>System configuration</a:t>
            </a:r>
            <a:endParaRPr/>
          </a:p>
        </p:txBody>
      </p:sp>
      <p:sp>
        <p:nvSpPr>
          <p:cNvPr id="798" name="Google Shape;798;p48"/>
          <p:cNvSpPr/>
          <p:nvPr>
            <p:ph idx="2" type="pic"/>
          </p:nvPr>
        </p:nvSpPr>
        <p:spPr>
          <a:xfrm>
            <a:off x="450000" y="555800"/>
            <a:ext cx="8280000" cy="4032000"/>
          </a:xfrm>
          <a:prstGeom prst="roundRect">
            <a:avLst>
              <a:gd fmla="val 16667" name="adj"/>
            </a:avLst>
          </a:prstGeom>
        </p:spPr>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49"/>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 ｜ </a:t>
            </a:r>
            <a:r>
              <a:rPr lang="ja">
                <a:solidFill>
                  <a:schemeClr val="accent1"/>
                </a:solidFill>
              </a:rPr>
              <a:t>System configuration</a:t>
            </a:r>
            <a:endParaRPr/>
          </a:p>
        </p:txBody>
      </p:sp>
      <p:sp>
        <p:nvSpPr>
          <p:cNvPr id="804" name="Google Shape;804;p49"/>
          <p:cNvSpPr/>
          <p:nvPr>
            <p:ph idx="2" type="pic"/>
          </p:nvPr>
        </p:nvSpPr>
        <p:spPr>
          <a:xfrm>
            <a:off x="450000" y="555800"/>
            <a:ext cx="8280000" cy="4032000"/>
          </a:xfrm>
          <a:prstGeom prst="roundRect">
            <a:avLst>
              <a:gd fmla="val 16667" name="adj"/>
            </a:avLst>
          </a:prstGeom>
        </p:spPr>
      </p:sp>
      <p:pic>
        <p:nvPicPr>
          <p:cNvPr id="805" name="Google Shape;805;p49"/>
          <p:cNvPicPr preferRelativeResize="0"/>
          <p:nvPr/>
        </p:nvPicPr>
        <p:blipFill>
          <a:blip r:embed="rId3">
            <a:alphaModFix/>
          </a:blip>
          <a:stretch>
            <a:fillRect/>
          </a:stretch>
        </p:blipFill>
        <p:spPr>
          <a:xfrm>
            <a:off x="1849275" y="633975"/>
            <a:ext cx="5481452" cy="3875550"/>
          </a:xfrm>
          <a:prstGeom prst="rect">
            <a:avLst/>
          </a:prstGeom>
          <a:noFill/>
          <a:ln>
            <a:noFill/>
          </a:ln>
        </p:spPr>
      </p:pic>
      <p:sp>
        <p:nvSpPr>
          <p:cNvPr id="806" name="Google Shape;806;p49"/>
          <p:cNvSpPr txBox="1"/>
          <p:nvPr>
            <p:ph type="title"/>
          </p:nvPr>
        </p:nvSpPr>
        <p:spPr>
          <a:xfrm>
            <a:off x="1849200" y="2394050"/>
            <a:ext cx="5481600" cy="355500"/>
          </a:xfrm>
          <a:prstGeom prst="rect">
            <a:avLst/>
          </a:prstGeom>
          <a:solidFill>
            <a:srgbClr val="000000">
              <a:alpha val="48100"/>
            </a:srgbClr>
          </a:solidFill>
        </p:spPr>
        <p:txBody>
          <a:bodyPr anchorCtr="0" anchor="t" bIns="54000" lIns="0" spcFirstLastPara="1" rIns="0" wrap="square" tIns="54000">
            <a:spAutoFit/>
          </a:bodyPr>
          <a:lstStyle/>
          <a:p>
            <a:pPr indent="0" lvl="0" marL="0" rtl="0" algn="ctr">
              <a:spcBef>
                <a:spcPts val="0"/>
              </a:spcBef>
              <a:spcAft>
                <a:spcPts val="0"/>
              </a:spcAft>
              <a:buNone/>
            </a:pPr>
            <a:r>
              <a:rPr lang="ja">
                <a:solidFill>
                  <a:srgbClr val="FFFFFF"/>
                </a:solidFill>
              </a:rPr>
              <a:t>Sample Image</a:t>
            </a:r>
            <a:endParaRPr>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50"/>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a:t>
            </a:r>
            <a:r>
              <a:rPr lang="ja"/>
              <a:t> ｜ </a:t>
            </a:r>
            <a:r>
              <a:rPr lang="ja">
                <a:solidFill>
                  <a:schemeClr val="accent1"/>
                </a:solidFill>
              </a:rPr>
              <a:t>Used technologies</a:t>
            </a:r>
            <a:endParaRPr/>
          </a:p>
        </p:txBody>
      </p:sp>
      <p:graphicFrame>
        <p:nvGraphicFramePr>
          <p:cNvPr id="812" name="Google Shape;812;p50"/>
          <p:cNvGraphicFramePr/>
          <p:nvPr/>
        </p:nvGraphicFramePr>
        <p:xfrm>
          <a:off x="1372713" y="824778"/>
          <a:ext cx="3000000" cy="3000000"/>
        </p:xfrm>
        <a:graphic>
          <a:graphicData uri="http://schemas.openxmlformats.org/drawingml/2006/table">
            <a:tbl>
              <a:tblPr>
                <a:noFill/>
                <a:tableStyleId>{4A2115C4-6B3A-4D30-B7F6-968B7D09FD51}</a:tableStyleId>
              </a:tblPr>
              <a:tblGrid>
                <a:gridCol w="1557900"/>
                <a:gridCol w="1999300"/>
                <a:gridCol w="2877375"/>
              </a:tblGrid>
              <a:tr h="439925">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Category</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Tech items</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Note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Frontend</a:t>
                      </a:r>
                      <a:endParaRPr sz="1000">
                        <a:solidFill>
                          <a:schemeClr val="lt1"/>
                        </a:solidFill>
                        <a:latin typeface="Noto Sans JP"/>
                        <a:ea typeface="Noto Sans JP"/>
                        <a:cs typeface="Noto Sans JP"/>
                        <a:sym typeface="Noto Sans JP"/>
                      </a:endParaRPr>
                    </a:p>
                  </a:txBody>
                  <a:tcPr marT="90000"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React.js</a:t>
                      </a:r>
                      <a:endParaRPr b="1" sz="1000">
                        <a:solidFill>
                          <a:schemeClr val="accen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If you have any additional explanations, please note them here.</a:t>
                      </a:r>
                      <a:endParaRPr sz="900">
                        <a:solidFill>
                          <a:schemeClr val="l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Backend</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node.js</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ja" sz="900">
                          <a:solidFill>
                            <a:schemeClr val="lt1"/>
                          </a:solidFill>
                          <a:latin typeface="Noto Sans JP"/>
                          <a:ea typeface="Noto Sans JP"/>
                          <a:cs typeface="Noto Sans JP"/>
                          <a:sym typeface="Noto Sans JP"/>
                        </a:rPr>
                        <a:t>If you have any additional explanations, please note them here.</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Mobile App</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iOS: ReactNative</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ja" sz="900">
                          <a:solidFill>
                            <a:schemeClr val="lt1"/>
                          </a:solidFill>
                          <a:latin typeface="Noto Sans JP"/>
                          <a:ea typeface="Noto Sans JP"/>
                          <a:cs typeface="Noto Sans JP"/>
                          <a:sym typeface="Noto Sans JP"/>
                        </a:rPr>
                        <a:t>If you have any additional explanations, please note them here.</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Cloud Service</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AWS</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Data Storage</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MySQL</a:t>
                      </a:r>
                      <a:endParaRPr b="1" sz="1000">
                        <a:solidFill>
                          <a:schemeClr val="accent1"/>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MongoDB</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Others</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51"/>
          <p:cNvSpPr/>
          <p:nvPr/>
        </p:nvSpPr>
        <p:spPr>
          <a:xfrm>
            <a:off x="450000" y="819550"/>
            <a:ext cx="4014300" cy="18747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1"/>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 ｜ </a:t>
            </a:r>
            <a:r>
              <a:rPr lang="ja">
                <a:solidFill>
                  <a:schemeClr val="accent1"/>
                </a:solidFill>
              </a:rPr>
              <a:t>Used technologies</a:t>
            </a:r>
            <a:endParaRPr/>
          </a:p>
        </p:txBody>
      </p:sp>
      <p:sp>
        <p:nvSpPr>
          <p:cNvPr id="819" name="Google Shape;819;p51"/>
          <p:cNvSpPr txBox="1"/>
          <p:nvPr>
            <p:ph type="title"/>
          </p:nvPr>
        </p:nvSpPr>
        <p:spPr>
          <a:xfrm>
            <a:off x="431994" y="324695"/>
            <a:ext cx="8280000" cy="3717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b="1" lang="ja">
                <a:solidFill>
                  <a:srgbClr val="3D3A39"/>
                </a:solidFill>
                <a:latin typeface="Noto Sans JP"/>
                <a:ea typeface="Noto Sans JP"/>
                <a:cs typeface="Noto Sans JP"/>
                <a:sym typeface="Noto Sans JP"/>
              </a:rPr>
              <a:t>Technical Issues</a:t>
            </a:r>
            <a:endParaRPr b="1">
              <a:solidFill>
                <a:srgbClr val="3D3A39"/>
              </a:solidFill>
              <a:latin typeface="Noto Sans JP"/>
              <a:ea typeface="Noto Sans JP"/>
              <a:cs typeface="Noto Sans JP"/>
              <a:sym typeface="Noto Sans JP"/>
            </a:endParaRPr>
          </a:p>
        </p:txBody>
      </p:sp>
      <p:sp>
        <p:nvSpPr>
          <p:cNvPr id="820" name="Google Shape;820;p51"/>
          <p:cNvSpPr txBox="1"/>
          <p:nvPr/>
        </p:nvSpPr>
        <p:spPr>
          <a:xfrm>
            <a:off x="723150" y="1231275"/>
            <a:ext cx="3468000" cy="746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ja" sz="1000">
                <a:solidFill>
                  <a:schemeClr val="lt1"/>
                </a:solidFill>
                <a:latin typeface="Noto Sans JP"/>
                <a:ea typeface="Noto Sans JP"/>
                <a:cs typeface="Noto Sans JP"/>
                <a:sym typeface="Noto Sans JP"/>
              </a:rPr>
              <a:t>Image recognition processing judges photos posted by users, but no consideration has been given to how to prepare disordered images as training data for machine learning.</a:t>
            </a:r>
            <a:endParaRPr b="1" sz="1000">
              <a:solidFill>
                <a:schemeClr val="lt1"/>
              </a:solidFill>
              <a:latin typeface="Noto Sans JP"/>
              <a:ea typeface="Noto Sans JP"/>
              <a:cs typeface="Noto Sans JP"/>
              <a:sym typeface="Noto Sans JP"/>
            </a:endParaRPr>
          </a:p>
        </p:txBody>
      </p:sp>
      <p:cxnSp>
        <p:nvCxnSpPr>
          <p:cNvPr id="821" name="Google Shape;821;p51"/>
          <p:cNvCxnSpPr/>
          <p:nvPr/>
        </p:nvCxnSpPr>
        <p:spPr>
          <a:xfrm>
            <a:off x="723150" y="2082404"/>
            <a:ext cx="3468000" cy="0"/>
          </a:xfrm>
          <a:prstGeom prst="straightConnector1">
            <a:avLst/>
          </a:prstGeom>
          <a:noFill/>
          <a:ln cap="flat" cmpd="sng" w="9525">
            <a:solidFill>
              <a:srgbClr val="CCCCCC"/>
            </a:solidFill>
            <a:prstDash val="dot"/>
            <a:round/>
            <a:headEnd len="med" w="med" type="none"/>
            <a:tailEnd len="med" w="med" type="none"/>
          </a:ln>
        </p:spPr>
      </p:cxnSp>
      <p:sp>
        <p:nvSpPr>
          <p:cNvPr id="822" name="Google Shape;822;p51"/>
          <p:cNvSpPr txBox="1"/>
          <p:nvPr/>
        </p:nvSpPr>
        <p:spPr>
          <a:xfrm>
            <a:off x="723150" y="2182274"/>
            <a:ext cx="3468000" cy="355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rgbClr val="000000"/>
              </a:buClr>
              <a:buSzPts val="1100"/>
              <a:buFont typeface="Arial"/>
              <a:buNone/>
            </a:pPr>
            <a:r>
              <a:rPr lang="ja" sz="700">
                <a:solidFill>
                  <a:srgbClr val="666666"/>
                </a:solidFill>
                <a:latin typeface="Noto Sans JP"/>
                <a:ea typeface="Noto Sans JP"/>
                <a:cs typeface="Noto Sans JP"/>
                <a:sym typeface="Noto Sans JP"/>
              </a:rPr>
              <a:t>If you have any additional explanations, please note them here. If you have any additional explanations, please note them here. If you have any additional explanations, please note them here.</a:t>
            </a:r>
            <a:endParaRPr sz="700">
              <a:solidFill>
                <a:srgbClr val="666666"/>
              </a:solidFill>
              <a:latin typeface="Noto Sans JP"/>
              <a:ea typeface="Noto Sans JP"/>
              <a:cs typeface="Noto Sans JP"/>
              <a:sym typeface="Noto Sans JP"/>
            </a:endParaRPr>
          </a:p>
        </p:txBody>
      </p:sp>
      <p:sp>
        <p:nvSpPr>
          <p:cNvPr id="823" name="Google Shape;823;p51"/>
          <p:cNvSpPr/>
          <p:nvPr/>
        </p:nvSpPr>
        <p:spPr>
          <a:xfrm rot="-1458">
            <a:off x="685661" y="990938"/>
            <a:ext cx="707400" cy="191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Issue 1</a:t>
            </a:r>
            <a:endParaRPr sz="800">
              <a:solidFill>
                <a:srgbClr val="FFFFFF"/>
              </a:solidFill>
              <a:latin typeface="Epilogue SemiBold"/>
              <a:ea typeface="Epilogue SemiBold"/>
              <a:cs typeface="Epilogue SemiBold"/>
              <a:sym typeface="Epilogue SemiBold"/>
            </a:endParaRPr>
          </a:p>
        </p:txBody>
      </p:sp>
      <p:sp>
        <p:nvSpPr>
          <p:cNvPr id="824" name="Google Shape;824;p51"/>
          <p:cNvSpPr/>
          <p:nvPr/>
        </p:nvSpPr>
        <p:spPr>
          <a:xfrm>
            <a:off x="4715700" y="819550"/>
            <a:ext cx="4014300" cy="18747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1"/>
          <p:cNvSpPr txBox="1"/>
          <p:nvPr/>
        </p:nvSpPr>
        <p:spPr>
          <a:xfrm>
            <a:off x="4988850" y="1231275"/>
            <a:ext cx="3468000" cy="746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ja" sz="1000">
                <a:solidFill>
                  <a:schemeClr val="lt1"/>
                </a:solidFill>
                <a:latin typeface="Noto Sans JP"/>
                <a:ea typeface="Noto Sans JP"/>
                <a:cs typeface="Noto Sans JP"/>
                <a:sym typeface="Noto Sans JP"/>
              </a:rPr>
              <a:t>Issue Comment...</a:t>
            </a:r>
            <a:endParaRPr b="1" sz="1000">
              <a:solidFill>
                <a:schemeClr val="lt1"/>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b="1" sz="1000">
              <a:solidFill>
                <a:schemeClr val="lt1"/>
              </a:solidFill>
              <a:latin typeface="Noto Sans JP"/>
              <a:ea typeface="Noto Sans JP"/>
              <a:cs typeface="Noto Sans JP"/>
              <a:sym typeface="Noto Sans JP"/>
            </a:endParaRPr>
          </a:p>
        </p:txBody>
      </p:sp>
      <p:cxnSp>
        <p:nvCxnSpPr>
          <p:cNvPr id="826" name="Google Shape;826;p51"/>
          <p:cNvCxnSpPr/>
          <p:nvPr/>
        </p:nvCxnSpPr>
        <p:spPr>
          <a:xfrm>
            <a:off x="4988850" y="2082404"/>
            <a:ext cx="3468000" cy="0"/>
          </a:xfrm>
          <a:prstGeom prst="straightConnector1">
            <a:avLst/>
          </a:prstGeom>
          <a:noFill/>
          <a:ln cap="flat" cmpd="sng" w="9525">
            <a:solidFill>
              <a:srgbClr val="CCCCCC"/>
            </a:solidFill>
            <a:prstDash val="dot"/>
            <a:round/>
            <a:headEnd len="med" w="med" type="none"/>
            <a:tailEnd len="med" w="med" type="none"/>
          </a:ln>
        </p:spPr>
      </p:cxnSp>
      <p:sp>
        <p:nvSpPr>
          <p:cNvPr id="827" name="Google Shape;827;p51"/>
          <p:cNvSpPr txBox="1"/>
          <p:nvPr/>
        </p:nvSpPr>
        <p:spPr>
          <a:xfrm>
            <a:off x="4988850" y="2182274"/>
            <a:ext cx="34680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ja" sz="700">
                <a:solidFill>
                  <a:srgbClr val="666666"/>
                </a:solidFill>
                <a:latin typeface="Noto Sans JP"/>
                <a:ea typeface="Noto Sans JP"/>
                <a:cs typeface="Noto Sans JP"/>
                <a:sym typeface="Noto Sans JP"/>
              </a:rPr>
              <a:t>Type note...</a:t>
            </a:r>
            <a:endParaRPr sz="7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sz="700">
              <a:solidFill>
                <a:srgbClr val="666666"/>
              </a:solidFill>
              <a:latin typeface="Noto Sans JP"/>
              <a:ea typeface="Noto Sans JP"/>
              <a:cs typeface="Noto Sans JP"/>
              <a:sym typeface="Noto Sans JP"/>
            </a:endParaRPr>
          </a:p>
        </p:txBody>
      </p:sp>
      <p:sp>
        <p:nvSpPr>
          <p:cNvPr id="828" name="Google Shape;828;p51"/>
          <p:cNvSpPr/>
          <p:nvPr/>
        </p:nvSpPr>
        <p:spPr>
          <a:xfrm rot="-1458">
            <a:off x="4951361" y="990938"/>
            <a:ext cx="707400" cy="191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Issue 2</a:t>
            </a:r>
            <a:endParaRPr sz="800">
              <a:solidFill>
                <a:srgbClr val="FFFFFF"/>
              </a:solidFill>
              <a:latin typeface="Epilogue SemiBold"/>
              <a:ea typeface="Epilogue SemiBold"/>
              <a:cs typeface="Epilogue SemiBold"/>
              <a:sym typeface="Epilogue SemiBold"/>
            </a:endParaRPr>
          </a:p>
        </p:txBody>
      </p:sp>
      <p:sp>
        <p:nvSpPr>
          <p:cNvPr id="829" name="Google Shape;829;p51"/>
          <p:cNvSpPr/>
          <p:nvPr/>
        </p:nvSpPr>
        <p:spPr>
          <a:xfrm>
            <a:off x="450000" y="2889375"/>
            <a:ext cx="4014300" cy="18747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1"/>
          <p:cNvSpPr txBox="1"/>
          <p:nvPr/>
        </p:nvSpPr>
        <p:spPr>
          <a:xfrm>
            <a:off x="723150" y="3301100"/>
            <a:ext cx="3468000" cy="746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ja" sz="1000">
                <a:solidFill>
                  <a:schemeClr val="lt1"/>
                </a:solidFill>
                <a:latin typeface="Noto Sans JP"/>
                <a:ea typeface="Noto Sans JP"/>
                <a:cs typeface="Noto Sans JP"/>
                <a:sym typeface="Noto Sans JP"/>
              </a:rPr>
              <a:t>Issue Comment...</a:t>
            </a:r>
            <a:endParaRPr b="1" sz="1000">
              <a:solidFill>
                <a:schemeClr val="lt1"/>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b="1" sz="1000">
              <a:solidFill>
                <a:schemeClr val="lt1"/>
              </a:solidFill>
              <a:latin typeface="Noto Sans JP"/>
              <a:ea typeface="Noto Sans JP"/>
              <a:cs typeface="Noto Sans JP"/>
              <a:sym typeface="Noto Sans JP"/>
            </a:endParaRPr>
          </a:p>
        </p:txBody>
      </p:sp>
      <p:cxnSp>
        <p:nvCxnSpPr>
          <p:cNvPr id="831" name="Google Shape;831;p51"/>
          <p:cNvCxnSpPr/>
          <p:nvPr/>
        </p:nvCxnSpPr>
        <p:spPr>
          <a:xfrm>
            <a:off x="723150" y="4152229"/>
            <a:ext cx="3468000" cy="0"/>
          </a:xfrm>
          <a:prstGeom prst="straightConnector1">
            <a:avLst/>
          </a:prstGeom>
          <a:noFill/>
          <a:ln cap="flat" cmpd="sng" w="9525">
            <a:solidFill>
              <a:srgbClr val="CCCCCC"/>
            </a:solidFill>
            <a:prstDash val="dot"/>
            <a:round/>
            <a:headEnd len="med" w="med" type="none"/>
            <a:tailEnd len="med" w="med" type="none"/>
          </a:ln>
        </p:spPr>
      </p:cxnSp>
      <p:sp>
        <p:nvSpPr>
          <p:cNvPr id="832" name="Google Shape;832;p51"/>
          <p:cNvSpPr txBox="1"/>
          <p:nvPr/>
        </p:nvSpPr>
        <p:spPr>
          <a:xfrm>
            <a:off x="723150" y="4252099"/>
            <a:ext cx="34680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Type note...</a:t>
            </a:r>
            <a:endParaRPr sz="7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sz="700">
              <a:solidFill>
                <a:srgbClr val="666666"/>
              </a:solidFill>
              <a:latin typeface="Noto Sans JP"/>
              <a:ea typeface="Noto Sans JP"/>
              <a:cs typeface="Noto Sans JP"/>
              <a:sym typeface="Noto Sans JP"/>
            </a:endParaRPr>
          </a:p>
        </p:txBody>
      </p:sp>
      <p:sp>
        <p:nvSpPr>
          <p:cNvPr id="833" name="Google Shape;833;p51"/>
          <p:cNvSpPr/>
          <p:nvPr/>
        </p:nvSpPr>
        <p:spPr>
          <a:xfrm rot="-1458">
            <a:off x="685661" y="3060763"/>
            <a:ext cx="707400" cy="191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Issue 3</a:t>
            </a:r>
            <a:endParaRPr sz="800">
              <a:solidFill>
                <a:srgbClr val="FFFFFF"/>
              </a:solidFill>
              <a:latin typeface="Epilogue SemiBold"/>
              <a:ea typeface="Epilogue SemiBold"/>
              <a:cs typeface="Epilogue SemiBold"/>
              <a:sym typeface="Epilogue SemiBo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2200"/>
        </a:solidFill>
      </p:bgPr>
    </p:bg>
    <p:spTree>
      <p:nvGrpSpPr>
        <p:cNvPr id="837" name="Shape 837"/>
        <p:cNvGrpSpPr/>
        <p:nvPr/>
      </p:nvGrpSpPr>
      <p:grpSpPr>
        <a:xfrm>
          <a:off x="0" y="0"/>
          <a:ext cx="0" cy="0"/>
          <a:chOff x="0" y="0"/>
          <a:chExt cx="0" cy="0"/>
        </a:xfrm>
      </p:grpSpPr>
      <p:pic>
        <p:nvPicPr>
          <p:cNvPr id="838" name="Google Shape;838;p52"/>
          <p:cNvPicPr preferRelativeResize="0"/>
          <p:nvPr/>
        </p:nvPicPr>
        <p:blipFill rotWithShape="1">
          <a:blip r:embed="rId3">
            <a:alphaModFix/>
          </a:blip>
          <a:srcRect b="0" l="0" r="0" t="0"/>
          <a:stretch/>
        </p:blipFill>
        <p:spPr>
          <a:xfrm>
            <a:off x="3623992" y="2251626"/>
            <a:ext cx="1932005" cy="6402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un* Project Insight Deck">
  <a:themeElements>
    <a:clrScheme name="Simple Light">
      <a:dk1>
        <a:srgbClr val="000000"/>
      </a:dk1>
      <a:lt1>
        <a:srgbClr val="3F3F3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