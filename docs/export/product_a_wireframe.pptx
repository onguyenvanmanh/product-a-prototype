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Wireframe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rial"/>
              </a:rPr>
              <a:t>Product A · 30 màn hình · hai mức chi tiết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LAB-4 · Mức A: 9 trang đã code  ·  Mức B: 18 màn chưa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Hai mức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rial"/>
              </a:rPr>
              <a:t>Mức A — 9 trang đã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76272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Bố cục đối chiếu được với app đang chạy. Từng vùng ứng với thành phần thật trong mã nguồn.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2724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rial"/>
              </a:rPr>
              <a:t>Mức B — 18 màn chưa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47872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Khối bố cục và vùng chức năng. Đủ để break task nhưng CHƯA phải bản vẽ thi công — cần khách xác nhận phần suy diễn trước khi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enlo"/>
              </a:rPr>
              <a:t>Ký hiệu dùng chung</a:t>
            </a:r>
          </a:p>
          <a:p>
            <a:pPr algn="l"/>
          </a:p>
          <a:p>
            <a:pPr algn="l"/>
            <a:r>
              <a:rPr sz="1100" b="0">
                <a:solidFill>
                  <a:srgbClr val="0F172A"/>
                </a:solidFill>
                <a:latin typeface="Menlo"/>
              </a:rPr>
              <a:t>[ nút ]  nút bấm      ( ▾ )  ô chọn      [___]  ô nhập</a:t>
            </a:r>
          </a:p>
          <a:p>
            <a:pPr algn="l"/>
            <a:r>
              <a:rPr sz="1100" b="0">
                <a:solidFill>
                  <a:srgbClr val="0F172A"/>
                </a:solidFill>
                <a:latin typeface="Menlo"/>
              </a:rPr>
              <a:t>┌─┐ └─┘  khung vùng    ※  ghi chú ràng buộc nghiệp vụ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A1 · `/login` — SCR-01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┌────────────────────────────────┐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         桜水産市場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 Hệ thống hỗ trợ vận hành chợ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      bán buôn thủy sản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└────────────────────────────────┘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┌────────────────────────────────┐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⚠ Email hoặc mật khẩu không    │  ← chỉ hiện khi lỗi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  đúng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Tài khoản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( Đối soát — settlement@… ▾ )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Mật khẩu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[ •••••••••              ]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│ [ Đăng nhập ]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└────────────────────────────────┘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                 Prototype LAB-3. Dữ liệu giả lập.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Thông điệp lỗi KHÔNG phân biệt sai email với sai mật khẩu.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Người lạ mở bất kỳ URL nào đều bị đưa về đây kèm ?next=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A2 · `/` — 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Tổng quan vận hành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Prototype LAB-3 · 10 màn hình · dữ liệu đọc/ghi thật trên Supabase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┌──────────────┐┌──────────────┐┌──────────────┐┌──────────────┐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相対取引      ││ せり          ││ Tổng giá trị ││ Ngày đã khoá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││              ││              ││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89.7%      ││   10.3%      ││ ¥48,231,500  ││   3 / 12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¥43,2tr      ││ ¥5,0tr       ││ đã trừ đảo   ││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luồng chính  ││ luồng phụ    ││              ││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└──────────────┘└──────────────┘└──────────────┘└──────────────┘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Bốn ô này là thứ người xem thấy đầu tiên. Tỷ trọng 相対取引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đặt ở vị trí số 1 có chủ đích — xem ADR-005.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Vì sao tỷ trọng này quan trọng 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Tên gọi "chợ đấu giá" khiến người ngoài tưởng phiên đấu giá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công khai là luồng chính. Thực tế phần lớn giá trị đến từ thỏa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thuận trực tiếp…                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[Xem giao dịch thỏa thuận →] [Xem kết quả đấu giá →]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Theo ngày nghiệp vụ 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Ngày       │Trạng thái│Thỏa thuận │Đấu giá │Đảo│Tổng    │Tỷ trọng│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2026-10-09 │ Đang mở  │ 7 · ¥3,2tr│1·¥0,4tr│ — │¥3,6tr  │ 88.9%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2026-10-08 │ Đang mở  │ 8 · ¥3,9tr│1·¥0,3tr│ — │¥4,2tr  │ 92.9%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2026-09-30 │ Đã khoá  │ 6 · ¥2,8tr│1·¥0,5tr│ 1 │¥3,3tr  │ 84.8%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A3 · `/parties` — SCR-03 + SCR-04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Bên tham gia và tư cách giao dịch          SCR-03 · FEA-01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Hai cấp pháp lý khác nhau 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┌─ 許可 — Giấy phép ──────┐  ┌─ 承認 — Chấp thuận ──────────┐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│ Cấp cho 仲卸 đơn vị     │  │ Cấp cho 売買参加者 bên tham  │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│ trung gian. Thủ tục     │  │ gia mua bán. Thủ tục nhẹ    │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│ nặng hơn.               │  │ hơn, cơ chế ĐỘC LẬP.        │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└─────────────────────────┘  └──────────────────────────────┘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買出人 không có tư cách trực tiếp — phải mua qua trung gian.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Khối giải thích này đặt TRƯỚC bảng có chủ đích: người đọc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phải hiểu hai cấp khác nhau trước khi nhìn dữ liệu.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Danh sách (20) ────────────────────────────────────────────────┐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Mã   │Tên              │Vai trò tham gia chợ│Tư cách      │Đến      │Trạng thái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IM-01│Trung gian Hama… │仲卸 trung gian     │許可 KYOKA-01│2027-03-31│ Hợp lệ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IM-06│Trung gian Nagisa│仲卸 trung gian     │許可 KYOKA-06│2026-10-31│ Sắp hết hạn│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PA-05│Khách sạn Shira… │売買参加者          │承認 SHONIN-05│2027-03-31│ Tạm ngưng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BY-01│Quán ăn Isoya    │買出人 mua lẻ       │— không có — │—        │Mua qua t.gian│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A4 · `/lots` — SCR-05 + SCR-06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Lô hàng và thẩm định                SCR-05 tiếp nhận · SCR-06 thẩm định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Thẩm định do người làm, hệ thống chỉ ghi lại 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Độ tươi đánh giá bằng mắt tại bến. Hệ thống KHÔNG có phép tính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nào suy ra hạng — chỉ lưu hạng do người thẩm định chọn.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Tiếp nhận lô mới ──────────────────────────────────────────────┐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Đơn vị bán buôn      Loài thủy sản    Khối lượng (kg)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( WS-01 Vịnh… ▾ )    [_____________]  [________]   [Tiếp nhận]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Ô chọn CHỈ liệt kê 卸売業者.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Ngày đã khoá sổ → nút trả lỗi 409, không phải ẩn nút.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Lô hàng (50) 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Mã lô             │Ngày      │Loài      │Khối lượng│Còn lại │Thẩm định│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LOT-20261009-01   │2026-10-09│Cá ngừ    │ 184,5 kg │ 62,3 kg│ Hạng A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LOT-20261009-02   │2026-10-09│Mực ống   │ 97,2 kg  │ 97,2 kg│[A][B][C]│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Lô chưa thẩm định hiện 3 nút A/B/C. Không có nút "tự động".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A5 · `/trades` — SCR-07 + SCR-08 + SCR-09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Giao dịch       SCR-07 thỏa thuận · SCR-08 danh sách · SCR-09 đấu giá</a:t>
            </a:r>
          </a:p>
          <a:p>
            <a:pPr algn="l"/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┌─ Chốt giao dịch mới ────────────────────────────────────────────┐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Loại giao dịch               Lô hàng            Bên mua       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( 相対取引 — Thỏa thuận ▾ )  ( LOT-…-01 ▾ )    ( IM-01 … ▾ ) 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                                                               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Khối lượng (kg)   Đơn giá (JPY/kg)   [Ký hiệu tay]            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[___________]     [____________]     [_________]  ← chỉ khi せり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                                                               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[ Chốt giao dịch ]  Hệ thống sẽ chặn nếu ngày đã khoá sổ, bên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                     mua hết tư cách, hoặc lô không đủ hàng.  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   ※ Ô "Bên mua" CHỈ liệt kê 仲卸 và 売買参加者 — 買出人 không có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     tư cách giao dịch trực tiếp. Đây là hệ quả mô hình, không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     phải lọc cho gọn.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   ※ Ô "Ký hiệu tay" chỉ hiện khi chọn せり, và do NHÂN VIÊN nhập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     tay — SCOPE-OUT-02 cấm OCR.</a:t>
            </a:r>
          </a:p>
          <a:p>
            <a:pPr algn="l"/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┌─ Sổ giao dịch (104) ──────────────────── ( Tất cả ▾ ) ──────────┐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Mã          │Ngày      │Loại     │Lô      │Bên mua│K.lượng│Tiền │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TRD-…-003   │2026-10-09│ 相対    │LOT-…01 │IM-01  │ 45 kg │¥…   │[Huỷ]│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TRD-…-010   │2026-10-09│ せり ヤリ│LOT-…02 │PA-02  │ 30 kg │¥…   │[Huỷ]│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T̶R̶D̶-̶…̶-̶0̶0̶1̶   │2̶0̶2̶6̶-̶1̶0̶-̶0̶8̶│ 相̶対̶    │…       │…      │…      │…    │  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│ TRD-…-001-REV│2026-10-08│相対 đảo │…       │…      │-52 kg │-¥…  │     │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   ※ Dòng bị gạch ngang = đã bị đảo. Dòng nền đỏ = chính là dòng đảo.</a:t>
            </a:r>
          </a:p>
          <a:p>
            <a:pPr algn="l"/>
            <a:r>
              <a:rPr sz="750" b="0">
                <a:solidFill>
                  <a:srgbClr val="0F172A"/>
                </a:solidFill>
                <a:latin typeface="Menlo"/>
              </a:rPr>
              <a:t>   ※ Dòng gốc KHÔNG biến mất. Đây là biểu hiện trực quan của ADR-001.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A6 · `/deliveries` — SCR-11 + SCR-12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Theo dõi giao hàng           SCR-11 bảng theo dõi · SCR-12 ghi nhận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Ghi nhận một lần giao 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Giao dịch          Khối lượng giao  Kết quả        Lý do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( TRD-…-003 ▾ )    [__________]     ( Giao đủ ▾ )  [__________]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                        [ Ghi nhận ]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Một giao dịch giao được NHIỀU LẦN, hệ thống cộng dồn.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Tổng các lần giao không vượt hợp đồng — trigger chặn, trả 409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kèm số đã giao / lần này / hợp đồng. Thêm ở LAB-4, xem L-02.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"Lý do" bắt buộc khi chọn Ngoại lệ.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Lịch sử giao hàng (112) 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Giao dịch │Ngày GD   │Bên mua│Đã giao│Trên hợp đồng│Kết quả│Lý do│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TRD-…-003 │2026-10-09│IM-01  │ 45 kg │ 45 kg       │ Đủ    │ —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TRD-…-004 │2026-10-09│PA-01  │ 38 kg │ 54 kg       │ Thiếu │Hao…│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A7 · `/settlement` — SCR-14 + SCR-15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Đối soát và chốt sổ        SCR-14 bảng đối soát · SCR-15 khoá ngày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Khoá ngày nghiệp vụ được thi hành ở tầng database 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Khi một ngày đã khoá, trigger trong Supabase TỪ CHỐI mọi lệnh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ghi vào ngày đó. Dù gọi thẳng API hay thao tác trực tiếp trên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database, dữ liệu đã chốt vẫn không đổi được.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Bảng đối soát theo ngày (12) 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Ngày      │Thỏa thuận│Đấu giá│Đảo│Tổng ròng│Tỷ trọng│T.thái │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│2026-10-09 │7 ·¥3,2tr │1·¥0,4 │ — │ ¥3,6tr  │ 88.9%  │Đang mở│[Khoá sổ]│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│2026-09-30 │6 ·¥2,8tr │1·¥0,5 │ 1 │ ¥3,3tr  │ 84.8%  │Đã khoá│[Mở lại]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Bấm "Khoá sổ" hiện hộp xác nhận nêu rõ hệ quả trước khi thực hiện.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Vai trò khác SET/ADM bấm vào nhận lỗi 403.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Cột "Tổng ròng" cộng cả số âm của dòng đảo.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A8 · `/incentives` — SCR-20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Tiền khuyến khích thanh toán đúng hạn    完納奨励金 · SCR-20 · FEA-07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Biểu suất tra theo ngày nghiệp vụ, không lấy bản mới nhất 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Khi tính thưởng cho một ngày, hệ thống lấy biểu suất CÓ HIỆU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LỰC VÀO CHÍNH NGÀY ĐÓ…         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┌─ Phiên bản 1 ───────┐  ┌─ Phiên bản 2 ───────┐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│ 1,50% · thuế 1,1000 │  │ 2,00% · thuế 1,1000 │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│ Hiệu lực 2026-01-01 │  │ Hiệu lực 2026-10-05 │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└─────────────────────┘  └─────────────────────┘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Thử tính 2026-09-29 rồi 2026-10-06 — hai phiên bản khác nhau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dù bấm nút ở cùng một thời điểm.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Tính thưởng cho một ngày 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Ngày nghiệp vụ   [ 2026-10-05 ]   [ Tính thưởng ]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Cơ sở tính là tổng giao dịch đã chốt, đã TRỪ dòng đảo.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Kết quả đã tính (14) 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Ngày      │Bên tham gia │Cơ sở tính│Biểu suất │T.toán   │Thưởng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│2026-10-05 │IM-01 Hama…  │¥1,245,000│2,00% (v2)│Đúng hạn │¥27,390│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│2026-10-05 │PA-02 Umi    │¥  892,000│2,00% (v2)│Quá hạn  │     0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Cột biểu suất hiện SỐ PHIÊN BẢN đã dùng — để tái lập con số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khi bị chất vấn. Xem ADR-003.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A9 · `/users` — SCR-02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A — đã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Tài khoản và quyền                              SCR-02 · FEA-02</a:t>
            </a:r>
          </a:p>
          <a:p>
            <a:pPr algn="l"/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Người dùng nội bộ (6) 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Email                      │Họ tên        │Vai trò       │T.thái │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admin@sakura-market.example│Quản trị hệ…  │Quản trị hệ…  │Đang HĐ│[Tắt]│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trade@sakura-market.example│Lê Văn Giao   │Chốt giao dịch│Đang HĐ│[Tắt]│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Chỉ vai trò quản trị hệ thống mới đổi được trạng thái. Mọi thao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tác bật/tắt đều ghi vào nhật ký kiểm toán.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Không tự tắt tài khoản của chính mình — trả 409.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B1 · Nhóm danh sách có bộ lọc — SCR-22, SCR-23, SCR-25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B — chưa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Bộ lọc 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Từ ngày [____] Đến ngày [____] ( Loại ▾ ) ( Người dùng ▾ ) [Lọc]│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Kết quả (N) ──────────────────────────── [Xuất CSV] 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...bảng kết quả, phân trang... 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SCR-25 nhật ký kiểm toán: CHỈ ĐỌC tuyệt đối, có khung mở rộng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để xem detail dạng JSON.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SCR-23 báo cáo: chỉ chạy được cho ngày ĐÃ khoá sổ.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B2 · Nhóm form có luồng phê duyệt — SCR-16, SCR-17, SCR-21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B — chưa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Người đề nghị lập 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Đối tượng ( ... ▾ )   Loại thay đổi ( ... ▾ )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Giá trị mới [________]          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Lý do [_______________________________]  ※ tối thiểu 20 ký tự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                     [ Lưu nháp ] [ Gửi duyệt ]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Người duyệt xử lý 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...thông tin yêu cầu, chỉ đọc...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Ý kiến [_____________________]      [ Duyệt ] [ Từ chối ]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Người duyệt PHẢI khác người đề nghị — chặn ở tầng database.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Số cấp phê duyệt vẫn là giả định ASM-12, khách chưa xác nhận.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Duyệt xong sinh bút toán đảo TỰ ĐỘNG, không sửa dòng gốc.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B3 · Nhóm nhập liệu đơn giản — SCR-19, SCR-27, SCR-29, SCR-30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B — chưa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Danh sách hiện có ──────────────────────── [+ Thêm mới] 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...bảng, mỗi dòng có [Sửa] [Xoá]...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Form thêm/sửa (hiện khi bấm) 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Trường 1 [______]  Trường 2 ( ▾ )  Trường 3 [______]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                        [ Huỷ ] [ Lưu ]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SCR-19 trạng thái thanh toán: một bên một ngày CHỈ MỘT dòng.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SCR-30 tham số hệ thống: đổi tham số ghi audit_log kèm giá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trị cũ và mới.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B4 · SCR-13 · Ghi ngoại lệ giao hàng kèm 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B — chưa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Ngoại lệ giao hàng 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Lần giao ( TRD-…-004 / 38kg ▾ )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Loại ( Thiếu hàng ▾ )          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Mô tả [_________________________________________]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                          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Ảnh chứng cứ ┌──────┐┌──────┐┌──────┐  [+ Thêm ảnh]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│ IMG1 ││ IMG2 ││  +   │  tối đa 5 ảnh, 10MB/ảnh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└──────┘└──────┘└──────┘       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                        [ Huỷ ] [ Ghi nhận ]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Màn hình hiện trường — bố cục ưu tiên tablet, nút lớn, ít chữ.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Ảnh lưu S3, lifecycle chuyển Glacier sau 3 năm (NFR-RET-01).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Không xoá được ảnh sau khi ngày đã khoá sổ.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B5 · SCR-24 · Cổng tra cứu chỉ-đọc cho bên ngoài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B — chưa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┌──────────────────────────────────────────────────────────────────┐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桜水産市場 · Cổng tra cứu          Trung gian Hamasaki [Đăng xuất]│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├──────────────────────────────────────────────────────────────────┤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Giao dịch của tôi │ Giao hàng │ Tiền khuyến khích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Giao dịch của tôi 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...CHỈ dữ liệu của chính bên tham gia này...           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Thanh điều hướng KHÁC hẳn bản nội bộ — chỉ 3 mục.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Không thấy đơn giá của giao dịch bên khác.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MÂU THUẪN TRONG TÀI LIỆU KHÁCH: SCOPE-OUT-04 loại cổng tự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phục vụ nhưng chỗ khác lại nhắc. Giả định ASM-15 chờ trả lời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  — ĐỪNG code màn này trước khi khách xác nhận.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B6 · SCR-26 · Hộp thông báo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B — chưa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Thông báo (3 chưa đọc) ──────────────── [Đánh dấu đã đọc hết] 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● KHẨN  Xuất dữ liệu kế toán ngày 2026-10-08 thất bại  2 giờ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● Quan trọng  IM-06 còn 20 ngày hết hạn giấy phép      5 giờ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○ Thường  Ngày 2026-10-07 đã khoá sổ                   1 ngày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Chỉ thấy thông báo gửi cho vai trò của mình.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● chưa đọc · ○ đã đọc.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B7 · SCR-28 · Quản lý xuất dữ liệu kế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B — chưa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Xuất dữ liệu đối soát 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Ngày nghiệp vụ ( 2026-09-30 ▾ )  ※ chỉ ngày ĐÃ khoá sổ    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                                       [ Sinh và đẩy SFTP ]   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Lịch sử phát hành ─────────────────────────────────────────────┐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Ngày      │Tên tệp           │Thời điểm đẩy│Thử lại│Trạng thái │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│2026-09-30 │SETTLE_20260930.csv│10:42 JST   │ 0     │Thành công │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│2026-09-29 │SETTLE_20260929.csv│—           │ 3     │Thất bại   │[Thử lại]│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Phương thức kết nối vẫn là giả định ASM-14 — nợ kỹ thuật N-06.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Xuất lại được nhưng PHẢI ghi lý 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8"/>
                </a:solidFill>
                <a:latin typeface="Arial"/>
              </a:rPr>
              <a:t>B8 · SCR-18 · Quản lý tranh chấp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412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Mức B — chưa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┌─ Tranh chấp (4 đang mở) ──────────────────── [+ Mở tranh chấp] ─┐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Mã   │Đối tượng  │Bên khiếu nại│Nội dung      │Trạng thái│Ngày 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│ DSP-1│TRD-…-004  │IM-01        │Thiếu 16 kg…  │Đang xử lý│10-09 │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/>
            <a:r>
              <a:rPr sz="900" b="0">
                <a:solidFill>
                  <a:srgbClr val="0F172A"/>
                </a:solidFill>
                <a:latin typeface="Menlo"/>
              </a:rPr>
              <a:t>   ※ Không đóng được nếu chưa nhập kết luận.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8"/>
                </a:solidFill>
                <a:latin typeface="Arial"/>
              </a:rPr>
              <a:t>Ghi chú cho người triển khai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698480" cy="27432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Khung màn hình hiện trường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5544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SCR-05, SCR-06, SCR-12, SCR-13 phải dùng được trên tablet ≥10 inch, nút đủ lớn cho thao tác bằng tay đeo găng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Bàn phím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4688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NFR-USE-01: nhập lô, chốt giao dịch, ghi giao hàng thao tác được hoàn toàn bằng bàn phím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Bảng rộng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3832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Mọi bảng đặt trong khung cuộn ngang riêng, không để cả trang cuộn ngang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Thông điệp lỗi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42976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Hiện NGUYÊN VĂN thông điệp từ trigger, không thay bằng câu chung chung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Màu sắc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52120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NFR-A11Y-01: không dùng màu làm phương tiện truyền đạt duy nhất — dòng đảo vừa đổi nền vừa có nhãn chữ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